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363" r:id="rId6"/>
    <p:sldId id="352" r:id="rId7"/>
    <p:sldId id="364" r:id="rId8"/>
    <p:sldId id="354" r:id="rId9"/>
    <p:sldId id="355" r:id="rId10"/>
    <p:sldId id="317" r:id="rId11"/>
    <p:sldId id="260" r:id="rId12"/>
    <p:sldId id="349" r:id="rId13"/>
    <p:sldId id="357" r:id="rId14"/>
    <p:sldId id="358" r:id="rId15"/>
    <p:sldId id="359" r:id="rId16"/>
    <p:sldId id="360" r:id="rId17"/>
    <p:sldId id="361" r:id="rId18"/>
    <p:sldId id="350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65" r:id="rId31"/>
    <p:sldId id="347" r:id="rId32"/>
    <p:sldId id="346" r:id="rId33"/>
    <p:sldId id="348" r:id="rId34"/>
    <p:sldId id="421" r:id="rId35"/>
    <p:sldId id="424" r:id="rId36"/>
    <p:sldId id="422" r:id="rId37"/>
    <p:sldId id="423" r:id="rId38"/>
  </p:sldIdLst>
  <p:sldSz cx="12192000" cy="6858000"/>
  <p:notesSz cx="9269413" cy="7023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Palatino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2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42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406"/>
    </p:cViewPr>
  </p:sorterViewPr>
  <p:notesViewPr>
    <p:cSldViewPr>
      <p:cViewPr varScale="1">
        <p:scale>
          <a:sx n="66" d="100"/>
          <a:sy n="66" d="100"/>
        </p:scale>
        <p:origin x="-2784" y="-114"/>
      </p:cViewPr>
      <p:guideLst>
        <p:guide orient="horz" pos="2212"/>
        <p:guide pos="29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dratenko, Volodymyr" userId="b37e02b7-b5a4-4531-b90c-40912e40d672" providerId="ADAL" clId="{3A375E69-8E83-4EE2-85B8-1DC5C34CDDC0}"/>
    <pc:docChg chg="modSld">
      <pc:chgData name="Kindratenko, Volodymyr" userId="b37e02b7-b5a4-4531-b90c-40912e40d672" providerId="ADAL" clId="{3A375E69-8E83-4EE2-85B8-1DC5C34CDDC0}" dt="2022-08-25T15:00:37.039" v="96" actId="207"/>
      <pc:docMkLst>
        <pc:docMk/>
      </pc:docMkLst>
      <pc:sldChg chg="modSp mod">
        <pc:chgData name="Kindratenko, Volodymyr" userId="b37e02b7-b5a4-4531-b90c-40912e40d672" providerId="ADAL" clId="{3A375E69-8E83-4EE2-85B8-1DC5C34CDDC0}" dt="2022-08-25T14:59:08.919" v="0" actId="20577"/>
        <pc:sldMkLst>
          <pc:docMk/>
          <pc:sldMk cId="0" sldId="256"/>
        </pc:sldMkLst>
        <pc:spChg chg="mod">
          <ac:chgData name="Kindratenko, Volodymyr" userId="b37e02b7-b5a4-4531-b90c-40912e40d672" providerId="ADAL" clId="{3A375E69-8E83-4EE2-85B8-1DC5C34CDDC0}" dt="2022-08-25T14:59:08.919" v="0" actId="20577"/>
          <ac:spMkLst>
            <pc:docMk/>
            <pc:sldMk cId="0" sldId="256"/>
            <ac:spMk id="22531" creationId="{00000000-0000-0000-0000-000000000000}"/>
          </ac:spMkLst>
        </pc:spChg>
      </pc:sldChg>
      <pc:sldChg chg="modSp mod">
        <pc:chgData name="Kindratenko, Volodymyr" userId="b37e02b7-b5a4-4531-b90c-40912e40d672" providerId="ADAL" clId="{3A375E69-8E83-4EE2-85B8-1DC5C34CDDC0}" dt="2022-08-25T15:00:37.039" v="96" actId="207"/>
        <pc:sldMkLst>
          <pc:docMk/>
          <pc:sldMk cId="2322564013" sldId="363"/>
        </pc:sldMkLst>
        <pc:spChg chg="mod">
          <ac:chgData name="Kindratenko, Volodymyr" userId="b37e02b7-b5a4-4531-b90c-40912e40d672" providerId="ADAL" clId="{3A375E69-8E83-4EE2-85B8-1DC5C34CDDC0}" dt="2022-08-25T15:00:37.039" v="96" actId="207"/>
          <ac:spMkLst>
            <pc:docMk/>
            <pc:sldMk cId="2322564013" sldId="363"/>
            <ac:spMk id="3" creationId="{00000000-0000-0000-0000-000000000000}"/>
          </ac:spMkLst>
        </pc:spChg>
      </pc:sldChg>
    </pc:docChg>
  </pc:docChgLst>
  <pc:docChgLst>
    <pc:chgData name="Kindratenko, Volodymyr" userId="b37e02b7-b5a4-4531-b90c-40912e40d672" providerId="ADAL" clId="{30275A34-9AE7-43A6-810A-217122744539}"/>
    <pc:docChg chg="undo custSel addSld delSld modSld sldOrd">
      <pc:chgData name="Kindratenko, Volodymyr" userId="b37e02b7-b5a4-4531-b90c-40912e40d672" providerId="ADAL" clId="{30275A34-9AE7-43A6-810A-217122744539}" dt="2023-01-18T19:49:10.367" v="678" actId="478"/>
      <pc:docMkLst>
        <pc:docMk/>
      </pc:docMkLst>
      <pc:sldChg chg="modSp mod">
        <pc:chgData name="Kindratenko, Volodymyr" userId="b37e02b7-b5a4-4531-b90c-40912e40d672" providerId="ADAL" clId="{30275A34-9AE7-43A6-810A-217122744539}" dt="2023-01-18T19:15:02.964" v="7" actId="20577"/>
        <pc:sldMkLst>
          <pc:docMk/>
          <pc:sldMk cId="0" sldId="256"/>
        </pc:sldMkLst>
        <pc:spChg chg="mod">
          <ac:chgData name="Kindratenko, Volodymyr" userId="b37e02b7-b5a4-4531-b90c-40912e40d672" providerId="ADAL" clId="{30275A34-9AE7-43A6-810A-217122744539}" dt="2023-01-18T19:15:02.964" v="7" actId="20577"/>
          <ac:spMkLst>
            <pc:docMk/>
            <pc:sldMk cId="0" sldId="256"/>
            <ac:spMk id="22531" creationId="{00000000-0000-0000-0000-000000000000}"/>
          </ac:spMkLst>
        </pc:spChg>
      </pc:sldChg>
      <pc:sldChg chg="delSp modSp mod">
        <pc:chgData name="Kindratenko, Volodymyr" userId="b37e02b7-b5a4-4531-b90c-40912e40d672" providerId="ADAL" clId="{30275A34-9AE7-43A6-810A-217122744539}" dt="2023-01-18T19:49:10.367" v="678" actId="478"/>
        <pc:sldMkLst>
          <pc:docMk/>
          <pc:sldMk cId="2322564013" sldId="363"/>
        </pc:sldMkLst>
        <pc:spChg chg="mod">
          <ac:chgData name="Kindratenko, Volodymyr" userId="b37e02b7-b5a4-4531-b90c-40912e40d672" providerId="ADAL" clId="{30275A34-9AE7-43A6-810A-217122744539}" dt="2023-01-18T19:17:20.551" v="113" actId="403"/>
          <ac:spMkLst>
            <pc:docMk/>
            <pc:sldMk cId="2322564013" sldId="363"/>
            <ac:spMk id="3" creationId="{00000000-0000-0000-0000-000000000000}"/>
          </ac:spMkLst>
        </pc:spChg>
        <pc:spChg chg="del">
          <ac:chgData name="Kindratenko, Volodymyr" userId="b37e02b7-b5a4-4531-b90c-40912e40d672" providerId="ADAL" clId="{30275A34-9AE7-43A6-810A-217122744539}" dt="2023-01-18T19:49:10.367" v="678" actId="478"/>
          <ac:spMkLst>
            <pc:docMk/>
            <pc:sldMk cId="2322564013" sldId="363"/>
            <ac:spMk id="4" creationId="{00000000-0000-0000-0000-000000000000}"/>
          </ac:spMkLst>
        </pc:spChg>
      </pc:sldChg>
      <pc:sldChg chg="modSp add mod modAnim">
        <pc:chgData name="Kindratenko, Volodymyr" userId="b37e02b7-b5a4-4531-b90c-40912e40d672" providerId="ADAL" clId="{30275A34-9AE7-43A6-810A-217122744539}" dt="2023-01-18T19:45:09.801" v="676"/>
        <pc:sldMkLst>
          <pc:docMk/>
          <pc:sldMk cId="1714162143" sldId="422"/>
        </pc:sldMkLst>
        <pc:spChg chg="mod">
          <ac:chgData name="Kindratenko, Volodymyr" userId="b37e02b7-b5a4-4531-b90c-40912e40d672" providerId="ADAL" clId="{30275A34-9AE7-43A6-810A-217122744539}" dt="2023-01-18T19:45:09.801" v="676"/>
          <ac:spMkLst>
            <pc:docMk/>
            <pc:sldMk cId="1714162143" sldId="422"/>
            <ac:spMk id="2" creationId="{00000000-0000-0000-0000-000000000000}"/>
          </ac:spMkLst>
        </pc:spChg>
        <pc:spChg chg="mod">
          <ac:chgData name="Kindratenko, Volodymyr" userId="b37e02b7-b5a4-4531-b90c-40912e40d672" providerId="ADAL" clId="{30275A34-9AE7-43A6-810A-217122744539}" dt="2023-01-18T19:32:26.535" v="405" actId="20577"/>
          <ac:spMkLst>
            <pc:docMk/>
            <pc:sldMk cId="1714162143" sldId="422"/>
            <ac:spMk id="3" creationId="{00000000-0000-0000-0000-000000000000}"/>
          </ac:spMkLst>
        </pc:spChg>
        <pc:spChg chg="mod">
          <ac:chgData name="Kindratenko, Volodymyr" userId="b37e02b7-b5a4-4531-b90c-40912e40d672" providerId="ADAL" clId="{30275A34-9AE7-43A6-810A-217122744539}" dt="2023-01-18T19:26:17.286" v="167" actId="14100"/>
          <ac:spMkLst>
            <pc:docMk/>
            <pc:sldMk cId="1714162143" sldId="422"/>
            <ac:spMk id="4" creationId="{00000000-0000-0000-0000-000000000000}"/>
          </ac:spMkLst>
        </pc:spChg>
      </pc:sldChg>
      <pc:sldChg chg="add del">
        <pc:chgData name="Kindratenko, Volodymyr" userId="b37e02b7-b5a4-4531-b90c-40912e40d672" providerId="ADAL" clId="{30275A34-9AE7-43A6-810A-217122744539}" dt="2023-01-18T19:25:21.957" v="115"/>
        <pc:sldMkLst>
          <pc:docMk/>
          <pc:sldMk cId="2587051258" sldId="422"/>
        </pc:sldMkLst>
      </pc:sldChg>
      <pc:sldChg chg="modSp add modAnim">
        <pc:chgData name="Kindratenko, Volodymyr" userId="b37e02b7-b5a4-4531-b90c-40912e40d672" providerId="ADAL" clId="{30275A34-9AE7-43A6-810A-217122744539}" dt="2023-01-18T19:45:12.689" v="677"/>
        <pc:sldMkLst>
          <pc:docMk/>
          <pc:sldMk cId="1965221556" sldId="423"/>
        </pc:sldMkLst>
        <pc:spChg chg="mod">
          <ac:chgData name="Kindratenko, Volodymyr" userId="b37e02b7-b5a4-4531-b90c-40912e40d672" providerId="ADAL" clId="{30275A34-9AE7-43A6-810A-217122744539}" dt="2023-01-18T19:45:12.689" v="677"/>
          <ac:spMkLst>
            <pc:docMk/>
            <pc:sldMk cId="1965221556" sldId="423"/>
            <ac:spMk id="2" creationId="{00000000-0000-0000-0000-000000000000}"/>
          </ac:spMkLst>
        </pc:spChg>
        <pc:spChg chg="mod">
          <ac:chgData name="Kindratenko, Volodymyr" userId="b37e02b7-b5a4-4531-b90c-40912e40d672" providerId="ADAL" clId="{30275A34-9AE7-43A6-810A-217122744539}" dt="2023-01-18T19:38:06.670" v="580" actId="20577"/>
          <ac:spMkLst>
            <pc:docMk/>
            <pc:sldMk cId="1965221556" sldId="423"/>
            <ac:spMk id="3" creationId="{00000000-0000-0000-0000-000000000000}"/>
          </ac:spMkLst>
        </pc:spChg>
      </pc:sldChg>
      <pc:sldChg chg="addSp delSp modSp add ord modAnim">
        <pc:chgData name="Kindratenko, Volodymyr" userId="b37e02b7-b5a4-4531-b90c-40912e40d672" providerId="ADAL" clId="{30275A34-9AE7-43A6-810A-217122744539}" dt="2023-01-18T19:45:04.206" v="675" actId="20577"/>
        <pc:sldMkLst>
          <pc:docMk/>
          <pc:sldMk cId="3899497261" sldId="424"/>
        </pc:sldMkLst>
        <pc:spChg chg="mod">
          <ac:chgData name="Kindratenko, Volodymyr" userId="b37e02b7-b5a4-4531-b90c-40912e40d672" providerId="ADAL" clId="{30275A34-9AE7-43A6-810A-217122744539}" dt="2023-01-18T19:45:04.206" v="675" actId="20577"/>
          <ac:spMkLst>
            <pc:docMk/>
            <pc:sldMk cId="3899497261" sldId="424"/>
            <ac:spMk id="2" creationId="{00000000-0000-0000-0000-000000000000}"/>
          </ac:spMkLst>
        </pc:spChg>
        <pc:spChg chg="mod">
          <ac:chgData name="Kindratenko, Volodymyr" userId="b37e02b7-b5a4-4531-b90c-40912e40d672" providerId="ADAL" clId="{30275A34-9AE7-43A6-810A-217122744539}" dt="2023-01-18T19:43:32.305" v="658" actId="20577"/>
          <ac:spMkLst>
            <pc:docMk/>
            <pc:sldMk cId="3899497261" sldId="424"/>
            <ac:spMk id="3" creationId="{00000000-0000-0000-0000-000000000000}"/>
          </ac:spMkLst>
        </pc:spChg>
        <pc:spChg chg="add del">
          <ac:chgData name="Kindratenko, Volodymyr" userId="b37e02b7-b5a4-4531-b90c-40912e40d672" providerId="ADAL" clId="{30275A34-9AE7-43A6-810A-217122744539}" dt="2023-01-18T19:41:07.029" v="616"/>
          <ac:spMkLst>
            <pc:docMk/>
            <pc:sldMk cId="3899497261" sldId="424"/>
            <ac:spMk id="6" creationId="{4DAECB5F-256F-BB4D-F964-94EE2B38FD71}"/>
          </ac:spMkLst>
        </pc:spChg>
      </pc:sldChg>
    </pc:docChg>
  </pc:docChgLst>
  <pc:docChgLst>
    <pc:chgData name="Kindratenko, Volodymyr" userId="b37e02b7-b5a4-4531-b90c-40912e40d672" providerId="ADAL" clId="{CF7A4FD4-8B1D-42DA-B997-B77CA6693793}"/>
    <pc:docChg chg="undo custSel modSld">
      <pc:chgData name="Kindratenko, Volodymyr" userId="b37e02b7-b5a4-4531-b90c-40912e40d672" providerId="ADAL" clId="{CF7A4FD4-8B1D-42DA-B997-B77CA6693793}" dt="2021-01-28T15:12:35.860" v="215" actId="14100"/>
      <pc:docMkLst>
        <pc:docMk/>
      </pc:docMkLst>
      <pc:sldChg chg="modSp">
        <pc:chgData name="Kindratenko, Volodymyr" userId="b37e02b7-b5a4-4531-b90c-40912e40d672" providerId="ADAL" clId="{CF7A4FD4-8B1D-42DA-B997-B77CA6693793}" dt="2021-01-28T04:26:43.498" v="189" actId="20577"/>
        <pc:sldMkLst>
          <pc:docMk/>
          <pc:sldMk cId="0" sldId="256"/>
        </pc:sldMkLst>
        <pc:spChg chg="mod">
          <ac:chgData name="Kindratenko, Volodymyr" userId="b37e02b7-b5a4-4531-b90c-40912e40d672" providerId="ADAL" clId="{CF7A4FD4-8B1D-42DA-B997-B77CA6693793}" dt="2021-01-28T04:26:43.498" v="189" actId="20577"/>
          <ac:spMkLst>
            <pc:docMk/>
            <pc:sldMk cId="0" sldId="256"/>
            <ac:spMk id="22531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8:54.117" v="121" actId="14100"/>
        <pc:sldMkLst>
          <pc:docMk/>
          <pc:sldMk cId="0" sldId="260"/>
        </pc:sldMkLst>
        <pc:spChg chg="mod">
          <ac:chgData name="Kindratenko, Volodymyr" userId="b37e02b7-b5a4-4531-b90c-40912e40d672" providerId="ADAL" clId="{CF7A4FD4-8B1D-42DA-B997-B77CA6693793}" dt="2021-01-28T04:18:54.117" v="121" actId="14100"/>
          <ac:spMkLst>
            <pc:docMk/>
            <pc:sldMk cId="0" sldId="260"/>
            <ac:spMk id="277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8:31.179" v="118" actId="403"/>
        <pc:sldMkLst>
          <pc:docMk/>
          <pc:sldMk cId="0" sldId="317"/>
        </pc:sldMkLst>
        <pc:spChg chg="mod">
          <ac:chgData name="Kindratenko, Volodymyr" userId="b37e02b7-b5a4-4531-b90c-40912e40d672" providerId="ADAL" clId="{CF7A4FD4-8B1D-42DA-B997-B77CA6693793}" dt="2021-01-28T04:18:31.179" v="118" actId="403"/>
          <ac:spMkLst>
            <pc:docMk/>
            <pc:sldMk cId="0" sldId="317"/>
            <ac:spMk id="23554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7:16.780" v="108" actId="14100"/>
        <pc:sldMkLst>
          <pc:docMk/>
          <pc:sldMk cId="0" sldId="335"/>
        </pc:sldMkLst>
        <pc:spChg chg="mod">
          <ac:chgData name="Kindratenko, Volodymyr" userId="b37e02b7-b5a4-4531-b90c-40912e40d672" providerId="ADAL" clId="{CF7A4FD4-8B1D-42DA-B997-B77CA6693793}" dt="2021-01-28T04:17:16.780" v="108" actId="14100"/>
          <ac:spMkLst>
            <pc:docMk/>
            <pc:sldMk cId="0" sldId="335"/>
            <ac:spMk id="29699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7:27.159" v="110" actId="14100"/>
        <pc:sldMkLst>
          <pc:docMk/>
          <pc:sldMk cId="0" sldId="336"/>
        </pc:sldMkLst>
        <pc:spChg chg="mod">
          <ac:chgData name="Kindratenko, Volodymyr" userId="b37e02b7-b5a4-4531-b90c-40912e40d672" providerId="ADAL" clId="{CF7A4FD4-8B1D-42DA-B997-B77CA6693793}" dt="2021-01-28T04:17:27.159" v="110" actId="14100"/>
          <ac:spMkLst>
            <pc:docMk/>
            <pc:sldMk cId="0" sldId="336"/>
            <ac:spMk id="30769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7:42.529" v="114" actId="403"/>
        <pc:sldMkLst>
          <pc:docMk/>
          <pc:sldMk cId="0" sldId="337"/>
        </pc:sldMkLst>
        <pc:spChg chg="mod">
          <ac:chgData name="Kindratenko, Volodymyr" userId="b37e02b7-b5a4-4531-b90c-40912e40d672" providerId="ADAL" clId="{CF7A4FD4-8B1D-42DA-B997-B77CA6693793}" dt="2021-01-28T04:17:42.529" v="114" actId="403"/>
          <ac:spMkLst>
            <pc:docMk/>
            <pc:sldMk cId="0" sldId="337"/>
            <ac:spMk id="31745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0:14.930" v="145" actId="14100"/>
        <pc:sldMkLst>
          <pc:docMk/>
          <pc:sldMk cId="0" sldId="338"/>
        </pc:sldMkLst>
        <pc:spChg chg="mod">
          <ac:chgData name="Kindratenko, Volodymyr" userId="b37e02b7-b5a4-4531-b90c-40912e40d672" providerId="ADAL" clId="{CF7A4FD4-8B1D-42DA-B997-B77CA6693793}" dt="2021-01-28T04:20:14.930" v="145" actId="14100"/>
          <ac:spMkLst>
            <pc:docMk/>
            <pc:sldMk cId="0" sldId="338"/>
            <ac:spMk id="32770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15:11:39.443" v="212" actId="14100"/>
        <pc:sldMkLst>
          <pc:docMk/>
          <pc:sldMk cId="0" sldId="339"/>
        </pc:sldMkLst>
        <pc:spChg chg="mod">
          <ac:chgData name="Kindratenko, Volodymyr" userId="b37e02b7-b5a4-4531-b90c-40912e40d672" providerId="ADAL" clId="{CF7A4FD4-8B1D-42DA-B997-B77CA6693793}" dt="2021-01-28T04:20:25.489" v="149" actId="14100"/>
          <ac:spMkLst>
            <pc:docMk/>
            <pc:sldMk cId="0" sldId="339"/>
            <ac:spMk id="34817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15:11:39.443" v="212" actId="14100"/>
          <ac:spMkLst>
            <pc:docMk/>
            <pc:sldMk cId="0" sldId="339"/>
            <ac:spMk id="34821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15:11:30.084" v="210" actId="1038"/>
          <ac:spMkLst>
            <pc:docMk/>
            <pc:sldMk cId="0" sldId="339"/>
            <ac:spMk id="34830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15:12:35.860" v="215" actId="14100"/>
        <pc:sldMkLst>
          <pc:docMk/>
          <pc:sldMk cId="0" sldId="340"/>
        </pc:sldMkLst>
        <pc:spChg chg="mod">
          <ac:chgData name="Kindratenko, Volodymyr" userId="b37e02b7-b5a4-4531-b90c-40912e40d672" providerId="ADAL" clId="{CF7A4FD4-8B1D-42DA-B997-B77CA6693793}" dt="2021-01-28T15:12:35.860" v="215" actId="14100"/>
          <ac:spMkLst>
            <pc:docMk/>
            <pc:sldMk cId="0" sldId="340"/>
            <ac:spMk id="13315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04:20:37.400" v="154" actId="14100"/>
          <ac:spMkLst>
            <pc:docMk/>
            <pc:sldMk cId="0" sldId="340"/>
            <ac:spMk id="36866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15:12:28.260" v="214" actId="1035"/>
          <ac:spMkLst>
            <pc:docMk/>
            <pc:sldMk cId="0" sldId="340"/>
            <ac:spMk id="36868" creationId="{00000000-0000-0000-0000-000000000000}"/>
          </ac:spMkLst>
        </pc:spChg>
        <pc:grpChg chg="mod">
          <ac:chgData name="Kindratenko, Volodymyr" userId="b37e02b7-b5a4-4531-b90c-40912e40d672" providerId="ADAL" clId="{CF7A4FD4-8B1D-42DA-B997-B77CA6693793}" dt="2021-01-28T15:12:28.260" v="214" actId="1035"/>
          <ac:grpSpMkLst>
            <pc:docMk/>
            <pc:sldMk cId="0" sldId="340"/>
            <ac:grpSpMk id="36865" creationId="{00000000-0000-0000-0000-000000000000}"/>
          </ac:grpSpMkLst>
        </pc:grpChg>
      </pc:sldChg>
      <pc:sldChg chg="modSp">
        <pc:chgData name="Kindratenko, Volodymyr" userId="b37e02b7-b5a4-4531-b90c-40912e40d672" providerId="ADAL" clId="{CF7A4FD4-8B1D-42DA-B997-B77CA6693793}" dt="2021-01-28T04:20:50.916" v="157" actId="14100"/>
        <pc:sldMkLst>
          <pc:docMk/>
          <pc:sldMk cId="0" sldId="341"/>
        </pc:sldMkLst>
        <pc:spChg chg="mod">
          <ac:chgData name="Kindratenko, Volodymyr" userId="b37e02b7-b5a4-4531-b90c-40912e40d672" providerId="ADAL" clId="{CF7A4FD4-8B1D-42DA-B997-B77CA6693793}" dt="2021-01-28T04:20:50.916" v="157" actId="14100"/>
          <ac:spMkLst>
            <pc:docMk/>
            <pc:sldMk cId="0" sldId="341"/>
            <ac:spMk id="37891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03.265" v="160" actId="14100"/>
        <pc:sldMkLst>
          <pc:docMk/>
          <pc:sldMk cId="0" sldId="343"/>
        </pc:sldMkLst>
        <pc:spChg chg="mod">
          <ac:chgData name="Kindratenko, Volodymyr" userId="b37e02b7-b5a4-4531-b90c-40912e40d672" providerId="ADAL" clId="{CF7A4FD4-8B1D-42DA-B997-B77CA6693793}" dt="2021-01-28T04:21:03.265" v="160" actId="14100"/>
          <ac:spMkLst>
            <pc:docMk/>
            <pc:sldMk cId="0" sldId="343"/>
            <ac:spMk id="40964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09.041" v="161" actId="14100"/>
        <pc:sldMkLst>
          <pc:docMk/>
          <pc:sldMk cId="0" sldId="344"/>
        </pc:sldMkLst>
        <pc:spChg chg="mod">
          <ac:chgData name="Kindratenko, Volodymyr" userId="b37e02b7-b5a4-4531-b90c-40912e40d672" providerId="ADAL" clId="{CF7A4FD4-8B1D-42DA-B997-B77CA6693793}" dt="2021-01-28T04:21:09.041" v="161" actId="14100"/>
          <ac:spMkLst>
            <pc:docMk/>
            <pc:sldMk cId="0" sldId="344"/>
            <ac:spMk id="41986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13.691" v="162" actId="14100"/>
        <pc:sldMkLst>
          <pc:docMk/>
          <pc:sldMk cId="0" sldId="345"/>
        </pc:sldMkLst>
        <pc:spChg chg="mod">
          <ac:chgData name="Kindratenko, Volodymyr" userId="b37e02b7-b5a4-4531-b90c-40912e40d672" providerId="ADAL" clId="{CF7A4FD4-8B1D-42DA-B997-B77CA6693793}" dt="2021-01-28T04:21:13.691" v="162" actId="14100"/>
          <ac:spMkLst>
            <pc:docMk/>
            <pc:sldMk cId="0" sldId="345"/>
            <ac:spMk id="43010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46.437" v="170" actId="14100"/>
        <pc:sldMkLst>
          <pc:docMk/>
          <pc:sldMk cId="0" sldId="346"/>
        </pc:sldMkLst>
        <pc:spChg chg="mod">
          <ac:chgData name="Kindratenko, Volodymyr" userId="b37e02b7-b5a4-4531-b90c-40912e40d672" providerId="ADAL" clId="{CF7A4FD4-8B1D-42DA-B997-B77CA6693793}" dt="2021-01-28T04:21:46.437" v="170" actId="14100"/>
          <ac:spMkLst>
            <pc:docMk/>
            <pc:sldMk cId="0" sldId="346"/>
            <ac:spMk id="45058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29.255" v="165" actId="14100"/>
        <pc:sldMkLst>
          <pc:docMk/>
          <pc:sldMk cId="0" sldId="347"/>
        </pc:sldMkLst>
        <pc:spChg chg="mod">
          <ac:chgData name="Kindratenko, Volodymyr" userId="b37e02b7-b5a4-4531-b90c-40912e40d672" providerId="ADAL" clId="{CF7A4FD4-8B1D-42DA-B997-B77CA6693793}" dt="2021-01-28T04:21:29.255" v="165" actId="14100"/>
          <ac:spMkLst>
            <pc:docMk/>
            <pc:sldMk cId="0" sldId="347"/>
            <ac:spMk id="44035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53.808" v="172" actId="14100"/>
        <pc:sldMkLst>
          <pc:docMk/>
          <pc:sldMk cId="0" sldId="348"/>
        </pc:sldMkLst>
        <pc:spChg chg="mod">
          <ac:chgData name="Kindratenko, Volodymyr" userId="b37e02b7-b5a4-4531-b90c-40912e40d672" providerId="ADAL" clId="{CF7A4FD4-8B1D-42DA-B997-B77CA6693793}" dt="2021-01-28T04:21:53.808" v="172" actId="14100"/>
          <ac:spMkLst>
            <pc:docMk/>
            <pc:sldMk cId="0" sldId="348"/>
            <ac:spMk id="47118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9:06.292" v="123" actId="403"/>
        <pc:sldMkLst>
          <pc:docMk/>
          <pc:sldMk cId="0" sldId="349"/>
        </pc:sldMkLst>
        <pc:spChg chg="mod">
          <ac:chgData name="Kindratenko, Volodymyr" userId="b37e02b7-b5a4-4531-b90c-40912e40d672" providerId="ADAL" clId="{CF7A4FD4-8B1D-42DA-B997-B77CA6693793}" dt="2021-01-28T04:19:06.292" v="123" actId="403"/>
          <ac:spMkLst>
            <pc:docMk/>
            <pc:sldMk cId="0" sldId="349"/>
            <ac:spMk id="2560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7:02.232" v="106" actId="14100"/>
        <pc:sldMkLst>
          <pc:docMk/>
          <pc:sldMk cId="0" sldId="350"/>
        </pc:sldMkLst>
        <pc:spChg chg="mod">
          <ac:chgData name="Kindratenko, Volodymyr" userId="b37e02b7-b5a4-4531-b90c-40912e40d672" providerId="ADAL" clId="{CF7A4FD4-8B1D-42DA-B997-B77CA6693793}" dt="2021-01-28T04:17:02.232" v="106" actId="14100"/>
          <ac:spMkLst>
            <pc:docMk/>
            <pc:sldMk cId="0" sldId="350"/>
            <ac:spMk id="27651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3:21.810" v="48" actId="14100"/>
        <pc:sldMkLst>
          <pc:docMk/>
          <pc:sldMk cId="4160860010" sldId="352"/>
        </pc:sldMkLst>
        <pc:spChg chg="mod">
          <ac:chgData name="Kindratenko, Volodymyr" userId="b37e02b7-b5a4-4531-b90c-40912e40d672" providerId="ADAL" clId="{CF7A4FD4-8B1D-42DA-B997-B77CA6693793}" dt="2021-01-28T04:13:21.810" v="48" actId="14100"/>
          <ac:spMkLst>
            <pc:docMk/>
            <pc:sldMk cId="4160860010" sldId="352"/>
            <ac:spMk id="2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4:24.900" v="65" actId="108"/>
        <pc:sldMkLst>
          <pc:docMk/>
          <pc:sldMk cId="3664750979" sldId="354"/>
        </pc:sldMkLst>
        <pc:spChg chg="mod">
          <ac:chgData name="Kindratenko, Volodymyr" userId="b37e02b7-b5a4-4531-b90c-40912e40d672" providerId="ADAL" clId="{CF7A4FD4-8B1D-42DA-B997-B77CA6693793}" dt="2021-01-28T04:13:39.807" v="52" actId="14100"/>
          <ac:spMkLst>
            <pc:docMk/>
            <pc:sldMk cId="3664750979" sldId="354"/>
            <ac:spMk id="2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04:14:12.961" v="64" actId="1035"/>
          <ac:spMkLst>
            <pc:docMk/>
            <pc:sldMk cId="3664750979" sldId="354"/>
            <ac:spMk id="3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04:14:12.961" v="64" actId="1035"/>
          <ac:spMkLst>
            <pc:docMk/>
            <pc:sldMk cId="3664750979" sldId="354"/>
            <ac:spMk id="4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04:14:12.961" v="64" actId="1035"/>
          <ac:spMkLst>
            <pc:docMk/>
            <pc:sldMk cId="3664750979" sldId="354"/>
            <ac:spMk id="11" creationId="{FCC9D4AD-D8F2-400C-A375-E9690981F0B8}"/>
          </ac:spMkLst>
        </pc:spChg>
        <pc:spChg chg="mod">
          <ac:chgData name="Kindratenko, Volodymyr" userId="b37e02b7-b5a4-4531-b90c-40912e40d672" providerId="ADAL" clId="{CF7A4FD4-8B1D-42DA-B997-B77CA6693793}" dt="2021-01-28T04:14:24.900" v="65" actId="108"/>
          <ac:spMkLst>
            <pc:docMk/>
            <pc:sldMk cId="3664750979" sldId="354"/>
            <ac:spMk id="20482" creationId="{00000000-0000-0000-0000-000000000000}"/>
          </ac:spMkLst>
        </pc:spChg>
        <pc:picChg chg="mod">
          <ac:chgData name="Kindratenko, Volodymyr" userId="b37e02b7-b5a4-4531-b90c-40912e40d672" providerId="ADAL" clId="{CF7A4FD4-8B1D-42DA-B997-B77CA6693793}" dt="2021-01-28T04:14:12.961" v="64" actId="1035"/>
          <ac:picMkLst>
            <pc:docMk/>
            <pc:sldMk cId="3664750979" sldId="354"/>
            <ac:picMk id="10" creationId="{00000000-0000-0000-0000-000000000000}"/>
          </ac:picMkLst>
        </pc:picChg>
        <pc:picChg chg="mod">
          <ac:chgData name="Kindratenko, Volodymyr" userId="b37e02b7-b5a4-4531-b90c-40912e40d672" providerId="ADAL" clId="{CF7A4FD4-8B1D-42DA-B997-B77CA6693793}" dt="2021-01-28T04:14:12.961" v="64" actId="1035"/>
          <ac:picMkLst>
            <pc:docMk/>
            <pc:sldMk cId="3664750979" sldId="354"/>
            <ac:picMk id="20483" creationId="{00000000-0000-0000-0000-000000000000}"/>
          </ac:picMkLst>
        </pc:picChg>
        <pc:picChg chg="mod">
          <ac:chgData name="Kindratenko, Volodymyr" userId="b37e02b7-b5a4-4531-b90c-40912e40d672" providerId="ADAL" clId="{CF7A4FD4-8B1D-42DA-B997-B77CA6693793}" dt="2021-01-28T04:14:12.961" v="64" actId="1035"/>
          <ac:picMkLst>
            <pc:docMk/>
            <pc:sldMk cId="3664750979" sldId="354"/>
            <ac:picMk id="54274" creationId="{00000000-0000-0000-0000-000000000000}"/>
          </ac:picMkLst>
        </pc:picChg>
      </pc:sldChg>
      <pc:sldChg chg="modSp">
        <pc:chgData name="Kindratenko, Volodymyr" userId="b37e02b7-b5a4-4531-b90c-40912e40d672" providerId="ADAL" clId="{CF7A4FD4-8B1D-42DA-B997-B77CA6693793}" dt="2021-01-28T04:18:15.675" v="117" actId="14100"/>
        <pc:sldMkLst>
          <pc:docMk/>
          <pc:sldMk cId="115088504" sldId="355"/>
        </pc:sldMkLst>
        <pc:spChg chg="mod">
          <ac:chgData name="Kindratenko, Volodymyr" userId="b37e02b7-b5a4-4531-b90c-40912e40d672" providerId="ADAL" clId="{CF7A4FD4-8B1D-42DA-B997-B77CA6693793}" dt="2021-01-28T04:18:15.675" v="117" actId="14100"/>
          <ac:spMkLst>
            <pc:docMk/>
            <pc:sldMk cId="115088504" sldId="355"/>
            <ac:spMk id="2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04:14:05.112" v="60" actId="1035"/>
          <ac:spMkLst>
            <pc:docMk/>
            <pc:sldMk cId="115088504" sldId="355"/>
            <ac:spMk id="6" creationId="{0610E2FE-118D-4D72-ABD7-3F94C5DF8075}"/>
          </ac:spMkLst>
        </pc:spChg>
        <pc:picChg chg="mod">
          <ac:chgData name="Kindratenko, Volodymyr" userId="b37e02b7-b5a4-4531-b90c-40912e40d672" providerId="ADAL" clId="{CF7A4FD4-8B1D-42DA-B997-B77CA6693793}" dt="2021-01-28T04:14:05.112" v="60" actId="1035"/>
          <ac:picMkLst>
            <pc:docMk/>
            <pc:sldMk cId="115088504" sldId="355"/>
            <ac:picMk id="21507" creationId="{00000000-0000-0000-0000-000000000000}"/>
          </ac:picMkLst>
        </pc:picChg>
      </pc:sldChg>
      <pc:sldChg chg="modSp">
        <pc:chgData name="Kindratenko, Volodymyr" userId="b37e02b7-b5a4-4531-b90c-40912e40d672" providerId="ADAL" clId="{CF7A4FD4-8B1D-42DA-B997-B77CA6693793}" dt="2021-01-28T04:19:13.272" v="125" actId="403"/>
        <pc:sldMkLst>
          <pc:docMk/>
          <pc:sldMk cId="52154392" sldId="357"/>
        </pc:sldMkLst>
        <pc:spChg chg="mod">
          <ac:chgData name="Kindratenko, Volodymyr" userId="b37e02b7-b5a4-4531-b90c-40912e40d672" providerId="ADAL" clId="{CF7A4FD4-8B1D-42DA-B997-B77CA6693793}" dt="2021-01-28T04:19:13.272" v="125" actId="403"/>
          <ac:spMkLst>
            <pc:docMk/>
            <pc:sldMk cId="52154392" sldId="357"/>
            <ac:spMk id="2560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9:18.891" v="127" actId="403"/>
        <pc:sldMkLst>
          <pc:docMk/>
          <pc:sldMk cId="109709510" sldId="358"/>
        </pc:sldMkLst>
        <pc:spChg chg="mod">
          <ac:chgData name="Kindratenko, Volodymyr" userId="b37e02b7-b5a4-4531-b90c-40912e40d672" providerId="ADAL" clId="{CF7A4FD4-8B1D-42DA-B997-B77CA6693793}" dt="2021-01-28T04:19:18.891" v="127" actId="403"/>
          <ac:spMkLst>
            <pc:docMk/>
            <pc:sldMk cId="109709510" sldId="358"/>
            <ac:spMk id="2560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9:26.077" v="129" actId="403"/>
        <pc:sldMkLst>
          <pc:docMk/>
          <pc:sldMk cId="3849002496" sldId="359"/>
        </pc:sldMkLst>
        <pc:spChg chg="mod">
          <ac:chgData name="Kindratenko, Volodymyr" userId="b37e02b7-b5a4-4531-b90c-40912e40d672" providerId="ADAL" clId="{CF7A4FD4-8B1D-42DA-B997-B77CA6693793}" dt="2021-01-28T04:19:26.077" v="129" actId="403"/>
          <ac:spMkLst>
            <pc:docMk/>
            <pc:sldMk cId="3849002496" sldId="359"/>
            <ac:spMk id="2560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9:33.959" v="132" actId="403"/>
        <pc:sldMkLst>
          <pc:docMk/>
          <pc:sldMk cId="2075445429" sldId="360"/>
        </pc:sldMkLst>
        <pc:spChg chg="mod">
          <ac:chgData name="Kindratenko, Volodymyr" userId="b37e02b7-b5a4-4531-b90c-40912e40d672" providerId="ADAL" clId="{CF7A4FD4-8B1D-42DA-B997-B77CA6693793}" dt="2021-01-28T04:19:33.959" v="132" actId="403"/>
          <ac:spMkLst>
            <pc:docMk/>
            <pc:sldMk cId="2075445429" sldId="360"/>
            <ac:spMk id="2560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9:39.006" v="134" actId="403"/>
        <pc:sldMkLst>
          <pc:docMk/>
          <pc:sldMk cId="1619244797" sldId="361"/>
        </pc:sldMkLst>
        <pc:spChg chg="mod">
          <ac:chgData name="Kindratenko, Volodymyr" userId="b37e02b7-b5a4-4531-b90c-40912e40d672" providerId="ADAL" clId="{CF7A4FD4-8B1D-42DA-B997-B77CA6693793}" dt="2021-01-28T04:19:39.006" v="134" actId="403"/>
          <ac:spMkLst>
            <pc:docMk/>
            <pc:sldMk cId="1619244797" sldId="361"/>
            <ac:spMk id="2560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3:13.710" v="46" actId="20577"/>
        <pc:sldMkLst>
          <pc:docMk/>
          <pc:sldMk cId="2322564013" sldId="363"/>
        </pc:sldMkLst>
        <pc:spChg chg="mod">
          <ac:chgData name="Kindratenko, Volodymyr" userId="b37e02b7-b5a4-4531-b90c-40912e40d672" providerId="ADAL" clId="{CF7A4FD4-8B1D-42DA-B997-B77CA6693793}" dt="2021-01-28T04:12:34.012" v="1" actId="14100"/>
          <ac:spMkLst>
            <pc:docMk/>
            <pc:sldMk cId="2322564013" sldId="363"/>
            <ac:spMk id="2" creationId="{00000000-0000-0000-0000-000000000000}"/>
          </ac:spMkLst>
        </pc:spChg>
        <pc:spChg chg="mod">
          <ac:chgData name="Kindratenko, Volodymyr" userId="b37e02b7-b5a4-4531-b90c-40912e40d672" providerId="ADAL" clId="{CF7A4FD4-8B1D-42DA-B997-B77CA6693793}" dt="2021-01-28T04:13:13.710" v="46" actId="20577"/>
          <ac:spMkLst>
            <pc:docMk/>
            <pc:sldMk cId="2322564013" sldId="363"/>
            <ac:spMk id="3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13:30.463" v="50" actId="14100"/>
        <pc:sldMkLst>
          <pc:docMk/>
          <pc:sldMk cId="3324320609" sldId="364"/>
        </pc:sldMkLst>
        <pc:spChg chg="mod">
          <ac:chgData name="Kindratenko, Volodymyr" userId="b37e02b7-b5a4-4531-b90c-40912e40d672" providerId="ADAL" clId="{CF7A4FD4-8B1D-42DA-B997-B77CA6693793}" dt="2021-01-28T04:13:30.463" v="50" actId="14100"/>
          <ac:spMkLst>
            <pc:docMk/>
            <pc:sldMk cId="3324320609" sldId="364"/>
            <ac:spMk id="2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1:19.900" v="163" actId="14100"/>
        <pc:sldMkLst>
          <pc:docMk/>
          <pc:sldMk cId="0" sldId="365"/>
        </pc:sldMkLst>
        <pc:spChg chg="mod">
          <ac:chgData name="Kindratenko, Volodymyr" userId="b37e02b7-b5a4-4531-b90c-40912e40d672" providerId="ADAL" clId="{CF7A4FD4-8B1D-42DA-B997-B77CA6693793}" dt="2021-01-28T04:21:19.900" v="163" actId="14100"/>
          <ac:spMkLst>
            <pc:docMk/>
            <pc:sldMk cId="0" sldId="365"/>
            <ac:spMk id="41986" creationId="{00000000-0000-0000-0000-000000000000}"/>
          </ac:spMkLst>
        </pc:spChg>
      </pc:sldChg>
      <pc:sldChg chg="modSp">
        <pc:chgData name="Kindratenko, Volodymyr" userId="b37e02b7-b5a4-4531-b90c-40912e40d672" providerId="ADAL" clId="{CF7A4FD4-8B1D-42DA-B997-B77CA6693793}" dt="2021-01-28T04:23:27.003" v="178" actId="20577"/>
        <pc:sldMkLst>
          <pc:docMk/>
          <pc:sldMk cId="0" sldId="421"/>
        </pc:sldMkLst>
        <pc:spChg chg="mod">
          <ac:chgData name="Kindratenko, Volodymyr" userId="b37e02b7-b5a4-4531-b90c-40912e40d672" providerId="ADAL" clId="{CF7A4FD4-8B1D-42DA-B997-B77CA6693793}" dt="2021-01-28T04:23:27.003" v="178" actId="20577"/>
          <ac:spMkLst>
            <pc:docMk/>
            <pc:sldMk cId="0" sldId="421"/>
            <ac:spMk id="6" creationId="{00000000-0000-0000-0000-000000000000}"/>
          </ac:spMkLst>
        </pc:spChg>
      </pc:sldChg>
    </pc:docChg>
  </pc:docChgLst>
  <pc:docChgLst>
    <pc:chgData name="Kindratenko, Volodymyr" userId="b37e02b7-b5a4-4531-b90c-40912e40d672" providerId="ADAL" clId="{8E8F0676-C52F-4BE5-BA05-57136776AE03}"/>
    <pc:docChg chg="modSld sldOrd">
      <pc:chgData name="Kindratenko, Volodymyr" userId="b37e02b7-b5a4-4531-b90c-40912e40d672" providerId="ADAL" clId="{8E8F0676-C52F-4BE5-BA05-57136776AE03}" dt="2023-03-23T01:05:50.076" v="1"/>
      <pc:docMkLst>
        <pc:docMk/>
      </pc:docMkLst>
      <pc:sldChg chg="ord">
        <pc:chgData name="Kindratenko, Volodymyr" userId="b37e02b7-b5a4-4531-b90c-40912e40d672" providerId="ADAL" clId="{8E8F0676-C52F-4BE5-BA05-57136776AE03}" dt="2023-03-23T01:05:50.076" v="1"/>
        <pc:sldMkLst>
          <pc:docMk/>
          <pc:sldMk cId="1714162143" sldId="422"/>
        </pc:sldMkLst>
      </pc:sldChg>
      <pc:sldChg chg="ord">
        <pc:chgData name="Kindratenko, Volodymyr" userId="b37e02b7-b5a4-4531-b90c-40912e40d672" providerId="ADAL" clId="{8E8F0676-C52F-4BE5-BA05-57136776AE03}" dt="2023-03-23T01:05:50.076" v="1"/>
        <pc:sldMkLst>
          <pc:docMk/>
          <pc:sldMk cId="1965221556" sldId="423"/>
        </pc:sldMkLst>
      </pc:sldChg>
      <pc:sldChg chg="ord">
        <pc:chgData name="Kindratenko, Volodymyr" userId="b37e02b7-b5a4-4531-b90c-40912e40d672" providerId="ADAL" clId="{8E8F0676-C52F-4BE5-BA05-57136776AE03}" dt="2023-03-23T01:05:50.076" v="1"/>
        <pc:sldMkLst>
          <pc:docMk/>
          <pc:sldMk cId="3899497261" sldId="4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607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Palatino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52809" y="0"/>
            <a:ext cx="4016605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Palatino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71885"/>
            <a:ext cx="4016607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Palatino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2809" y="6671885"/>
            <a:ext cx="4016605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95" tIns="46548" rIns="93095" bIns="46548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cs typeface="Arial" panose="020B0604020202020204" pitchFamily="34" charset="0"/>
              </a:defRPr>
            </a:lvl1pPr>
          </a:lstStyle>
          <a:p>
            <a:fld id="{74DEF0FF-0212-4429-8EC9-004155795F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607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50712" y="0"/>
            <a:ext cx="4016607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93938" y="527050"/>
            <a:ext cx="4681537" cy="2633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103" y="3336544"/>
            <a:ext cx="7417207" cy="3159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70682"/>
            <a:ext cx="4016607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50712" y="6670682"/>
            <a:ext cx="4016607" cy="35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1AA61171-A203-49D3-8C4D-48F4B926AFC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3F42896F-427E-486E-A5E8-C6FB63615583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4579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:notes"/>
          <p:cNvSpPr txBox="1">
            <a:spLocks noGrp="1"/>
          </p:cNvSpPr>
          <p:nvPr>
            <p:ph type="sldNum" idx="12"/>
          </p:nvPr>
        </p:nvSpPr>
        <p:spPr>
          <a:xfrm>
            <a:off x="3978275" y="8804275"/>
            <a:ext cx="3043238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5:notes"/>
          <p:cNvSpPr txBox="1"/>
          <p:nvPr/>
        </p:nvSpPr>
        <p:spPr>
          <a:xfrm>
            <a:off x="1193800" y="695325"/>
            <a:ext cx="4635500" cy="34766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050" tIns="44025" rIns="88050" bIns="440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74" name="Google Shape;274;p5:notes"/>
          <p:cNvSpPr txBox="1">
            <a:spLocks noGrp="1"/>
          </p:cNvSpPr>
          <p:nvPr>
            <p:ph type="body" idx="1"/>
          </p:nvPr>
        </p:nvSpPr>
        <p:spPr>
          <a:xfrm>
            <a:off x="701675" y="4403725"/>
            <a:ext cx="561975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695325"/>
            <a:ext cx="6178550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E17FBDF5-2196-4516-8E5B-E207C2CDD1C4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E17FBDF5-2196-4516-8E5B-E207C2CDD1C4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368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E17FBDF5-2196-4516-8E5B-E207C2CDD1C4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48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E17FBDF5-2196-4516-8E5B-E207C2CDD1C4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7388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E17FBDF5-2196-4516-8E5B-E207C2CDD1C4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629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E17FBDF5-2196-4516-8E5B-E207C2CDD1C4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1575633" y="526823"/>
            <a:ext cx="6118148" cy="2634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8066" tIns="44033" rIns="88066" bIns="44033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803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27E881C9-D367-4011-996F-C00ED1C3EF98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86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93938" y="527050"/>
            <a:ext cx="4681537" cy="2633663"/>
          </a:xfrm>
          <a:ln/>
        </p:spPr>
      </p:sp>
      <p:sp>
        <p:nvSpPr>
          <p:cNvPr id="2867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77FC1FA6-9F09-4CA9-AA7C-97358C5B2869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93938" y="527050"/>
            <a:ext cx="4681537" cy="2633663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5613"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BCF52B8D-37C1-44C7-894C-FC635BC990D8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93938" y="527050"/>
            <a:ext cx="4681537" cy="2633663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4107" y="3336544"/>
            <a:ext cx="6801201" cy="31597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Global, constant, and texture memory spaces are persistent across kernels called by the same application.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293938" y="527050"/>
            <a:ext cx="4681537" cy="2633663"/>
          </a:xfrm>
          <a:ln/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81CD78CF-4985-4C45-8ED9-87B550A3DD7A}" type="slidenum">
              <a:rPr lang="en-US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fld id="{97949B68-CA78-42AB-9100-A0D6D4A80556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60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93938" y="527050"/>
            <a:ext cx="4681537" cy="2633663"/>
          </a:xfrm>
          <a:ln/>
        </p:spPr>
      </p:sp>
      <p:sp>
        <p:nvSpPr>
          <p:cNvPr id="4608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AAF07-08B8-49DD-9510-D8E08968DC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05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57912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24F14A-776F-4C20-B8BD-2B075B72A3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4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5D202-0289-45DC-9AE4-1B40456A94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66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1816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524000"/>
            <a:ext cx="51816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AB1C8-CBCB-42EE-9D54-280F13BB9D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133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B97814-6BDB-4529-BCAD-1624E2AFB0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04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2B38D5-7404-4A7F-9B4A-1CD43213E2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6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E77BCF-FF1F-4ACD-B8CE-18CB214AA0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146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A30BD6-E70B-459E-BF56-A1349CBA43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913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874144-19DA-45DB-BC85-B7BA06AF5C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9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F54E60-E600-4925-8537-4A82841291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77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28600"/>
            <a:ext cx="77216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A49C31-04B9-45E8-B795-F82D201E1C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214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99200" y="1524000"/>
            <a:ext cx="5181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99200" y="3886200"/>
            <a:ext cx="5181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F0724-03D8-4322-A0A0-E1A13C48A2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212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299200" y="1524000"/>
            <a:ext cx="5181600" cy="4572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C70481-7056-4631-9DC3-3A124F5246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563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105664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886200"/>
            <a:ext cx="105664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838791-73F5-4921-A33A-42A75256BD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225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524000"/>
            <a:ext cx="10566400" cy="4572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29113B0-FA7E-40D5-9018-79F918DD9C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8024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105664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886200"/>
            <a:ext cx="105664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9AEBB42-F1E8-478A-A4F6-B1E7E871D6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427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28601"/>
            <a:ext cx="11072284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1" y="1524001"/>
            <a:ext cx="5433484" cy="4570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084" y="1524001"/>
            <a:ext cx="5435600" cy="4570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B93261-6793-4C30-B642-3384FCC138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518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28601"/>
            <a:ext cx="11072284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E2C75C-7019-471B-B1B1-B74F4E6102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98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566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524000"/>
            <a:ext cx="10566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248400"/>
            <a:ext cx="558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Times New Roman" panose="02020603050405020304" pitchFamily="18" charset="0"/>
              </a:defRPr>
            </a:lvl1pPr>
          </a:lstStyle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14F6D807-7B1F-442B-9E28-9FF13B8140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" name="Line 7"/>
          <p:cNvSpPr>
            <a:spLocks noChangeShapeType="1"/>
          </p:cNvSpPr>
          <p:nvPr/>
        </p:nvSpPr>
        <p:spPr bwMode="auto">
          <a:xfrm>
            <a:off x="406400" y="228600"/>
            <a:ext cx="0" cy="6400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508000" y="228600"/>
            <a:ext cx="0" cy="6400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41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42" r:id="rId13"/>
    <p:sldLayoutId id="2147483838" r:id="rId14"/>
    <p:sldLayoutId id="2147483843" r:id="rId15"/>
    <p:sldLayoutId id="2147483844" r:id="rId16"/>
    <p:sldLayoutId id="2147483839" r:id="rId17"/>
    <p:sldLayoutId id="2147483840" r:id="rId18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/>
              <a:t>© David Kirk/NVIDIA and Wen-mei W. Hwu, 2007-2018 ECE408/CS483, University of Illinois, Urbana-Champaign</a:t>
            </a:r>
          </a:p>
        </p:txBody>
      </p:sp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00F775E-CC31-48D2-AF09-E7C8A24D9D7F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295400"/>
            <a:ext cx="7772400" cy="3429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ECE408 /CS483/CSE408 Fall 2023</a:t>
            </a:r>
            <a:br>
              <a:rPr lang="en-US" altLang="en-US" dirty="0"/>
            </a:br>
            <a:r>
              <a:rPr lang="en-US" altLang="en-US" sz="3600" dirty="0"/>
              <a:t>Applied Parallel Programming</a:t>
            </a:r>
            <a:br>
              <a:rPr lang="en-US" altLang="en-US" sz="4000" dirty="0"/>
            </a:br>
            <a:br>
              <a:rPr lang="en-US" altLang="en-US" sz="4000" dirty="0"/>
            </a:br>
            <a:br>
              <a:rPr lang="en-US" altLang="en-US" dirty="0"/>
            </a:br>
            <a:r>
              <a:rPr lang="en-US" altLang="en-US" dirty="0"/>
              <a:t>Lecture 2: </a:t>
            </a:r>
            <a:br>
              <a:rPr lang="en-US" altLang="en-US" dirty="0"/>
            </a:br>
            <a:r>
              <a:rPr lang="en-US" altLang="en-US" dirty="0"/>
              <a:t>Introduction to CUDA C and Data Parallel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762000"/>
          </a:xfrm>
        </p:spPr>
        <p:txBody>
          <a:bodyPr/>
          <a:lstStyle/>
          <a:p>
            <a:r>
              <a:rPr lang="en-US" dirty="0"/>
              <a:t>Course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0 is due next week on Friday at 8pm US Central time</a:t>
            </a:r>
          </a:p>
          <a:p>
            <a:pPr lvl="1"/>
            <a:r>
              <a:rPr lang="en-US" dirty="0"/>
              <a:t>Should be released soon, we will notify you when this happens.</a:t>
            </a:r>
          </a:p>
          <a:p>
            <a:pPr lvl="1"/>
            <a:r>
              <a:rPr lang="en-US" dirty="0"/>
              <a:t>It is an easy lab, but it may take some time to get the tools in place.</a:t>
            </a:r>
          </a:p>
          <a:p>
            <a:pPr lvl="1"/>
            <a:r>
              <a:rPr lang="en-US" dirty="0"/>
              <a:t>Its main purpose is to get familiar with the tools and the process.</a:t>
            </a:r>
          </a:p>
          <a:p>
            <a:pPr lvl="1"/>
            <a:r>
              <a:rPr lang="en-US" dirty="0"/>
              <a:t>If you miss this deadline, that’s OK for Lab 0, but you must submit it anyway. Remember, Lab 0 will be graded, but not counted towards your overall grade. </a:t>
            </a:r>
          </a:p>
          <a:p>
            <a:r>
              <a:rPr lang="en-US" dirty="0"/>
              <a:t>Lab 1 will be out soon too, it is due on Friday, September 8</a:t>
            </a:r>
            <a:r>
              <a:rPr lang="en-US" baseline="30000" dirty="0"/>
              <a:t>th</a:t>
            </a:r>
            <a:r>
              <a:rPr lang="en-US" dirty="0"/>
              <a:t>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4F14A-776F-4C20-B8BD-2B075B72A30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56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762000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the basic concept of data parallel computing</a:t>
            </a:r>
          </a:p>
          <a:p>
            <a:r>
              <a:rPr lang="en-US" dirty="0"/>
              <a:t>To learn the basic features of the CUDA C programming interface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4F14A-776F-4C20-B8BD-2B075B72A30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86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897004"/>
          </a:xfrm>
        </p:spPr>
        <p:txBody>
          <a:bodyPr/>
          <a:lstStyle/>
          <a:p>
            <a:r>
              <a:rPr lang="en-US" dirty="0"/>
              <a:t>Thread as a basic unit of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is a thread?</a:t>
            </a:r>
          </a:p>
          <a:p>
            <a:pPr lvl="1"/>
            <a:r>
              <a:rPr lang="en-US" dirty="0"/>
              <a:t>Program</a:t>
            </a:r>
          </a:p>
          <a:p>
            <a:pPr lvl="1"/>
            <a:r>
              <a:rPr lang="en-US" dirty="0"/>
              <a:t>PC</a:t>
            </a:r>
          </a:p>
          <a:p>
            <a:pPr lvl="1"/>
            <a:r>
              <a:rPr lang="en-US" dirty="0"/>
              <a:t>Context</a:t>
            </a:r>
          </a:p>
          <a:p>
            <a:pPr lvl="2"/>
            <a:r>
              <a:rPr lang="en-US" dirty="0"/>
              <a:t>Memory</a:t>
            </a:r>
          </a:p>
          <a:p>
            <a:pPr lvl="2"/>
            <a:r>
              <a:rPr lang="en-US" dirty="0"/>
              <a:t>Registers</a:t>
            </a:r>
          </a:p>
          <a:p>
            <a:pPr lvl="2"/>
            <a:r>
              <a:rPr lang="en-US" dirty="0"/>
              <a:t>…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80C19E1-A75E-4A21-8130-D72702ABB3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Multiple threads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4F14A-776F-4C20-B8BD-2B075B72A30D}" type="slidenum">
              <a:rPr lang="en-US" altLang="en-US" smtClean="0"/>
              <a:pPr/>
              <a:t>4</a:t>
            </a:fld>
            <a:endParaRPr lang="en-US" altLang="en-US"/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C6244463-C891-4619-8351-F34D2729D7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74552" y="3039417"/>
            <a:ext cx="1823356" cy="165100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1E96A95B-B623-47BD-8A13-AC8C26FAD9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4004" y="3072528"/>
            <a:ext cx="1823356" cy="98879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D1FB2F66-5AE2-4273-AC88-7DF218AA23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90107" y="3070032"/>
            <a:ext cx="1801585" cy="125639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539080-3413-4A12-A6C1-CBAD17188C8B}"/>
              </a:ext>
            </a:extLst>
          </p:cNvPr>
          <p:cNvCxnSpPr>
            <a:cxnSpLocks/>
          </p:cNvCxnSpPr>
          <p:nvPr/>
        </p:nvCxnSpPr>
        <p:spPr>
          <a:xfrm>
            <a:off x="7011980" y="2259275"/>
            <a:ext cx="1686379" cy="28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ED3CE7-289A-4409-8107-BA7DB97EA78D}"/>
              </a:ext>
            </a:extLst>
          </p:cNvPr>
          <p:cNvCxnSpPr>
            <a:cxnSpLocks/>
          </p:cNvCxnSpPr>
          <p:nvPr/>
        </p:nvCxnSpPr>
        <p:spPr>
          <a:xfrm flipH="1">
            <a:off x="7085459" y="2632110"/>
            <a:ext cx="16129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2A0373-A32B-42AE-B10E-A7226774A2D8}"/>
              </a:ext>
            </a:extLst>
          </p:cNvPr>
          <p:cNvCxnSpPr>
            <a:cxnSpLocks/>
          </p:cNvCxnSpPr>
          <p:nvPr/>
        </p:nvCxnSpPr>
        <p:spPr>
          <a:xfrm>
            <a:off x="7070037" y="3251233"/>
            <a:ext cx="1758043" cy="28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A7D000-33DC-469E-96F4-BB804FE925F0}"/>
              </a:ext>
            </a:extLst>
          </p:cNvPr>
          <p:cNvCxnSpPr>
            <a:cxnSpLocks/>
          </p:cNvCxnSpPr>
          <p:nvPr/>
        </p:nvCxnSpPr>
        <p:spPr>
          <a:xfrm flipH="1">
            <a:off x="7095890" y="3617946"/>
            <a:ext cx="1689100" cy="332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F866406-66CE-4860-840A-1745CC184C8C}"/>
              </a:ext>
            </a:extLst>
          </p:cNvPr>
          <p:cNvSpPr/>
          <p:nvPr/>
        </p:nvSpPr>
        <p:spPr>
          <a:xfrm>
            <a:off x="4438650" y="4656338"/>
            <a:ext cx="2738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Many threads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BAF54B3D-6124-4781-AA3C-48091CBD13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53924" y="5743120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FFDABADE-4825-423F-B9EB-B59DCE9039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73020" y="5743120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802F2F69-9B6F-4BEF-877F-98E54B9BB7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98474" y="5743120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3B888997-1CC2-43EA-870B-70451A006C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23928" y="5743120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97AE9005-C042-4D61-9C9E-A72ED3215A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43024" y="5743120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AD836CD-B5C4-4B99-88CE-D553AD7B9B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62121" y="5743121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3B6F535D-7AC2-498C-A4BE-3BDDE32F9E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81217" y="5743121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07BD79B4-62C7-4291-B064-3B7DC63495D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06671" y="5743121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C21C6F89-4839-4192-B2A6-F0D81AB733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32125" y="5743121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C0A82438-1986-4435-9AE5-902A01F467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51221" y="5743121"/>
            <a:ext cx="1213757" cy="25400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32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990600"/>
          </a:xfrm>
        </p:spPr>
        <p:txBody>
          <a:bodyPr/>
          <a:lstStyle/>
          <a:p>
            <a:r>
              <a:rPr lang="en-US" altLang="en-US" sz="3600" i="1" dirty="0"/>
              <a:t>A Data Parallel Computation Example: Conversion of a color image to grey–scale image</a:t>
            </a:r>
            <a:endParaRPr lang="en-US" sz="3600" dirty="0"/>
          </a:p>
        </p:txBody>
      </p:sp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cs typeface="Arial" panose="020B0604020202020204" pitchFamily="34" charset="0"/>
              </a:defRPr>
            </a:lvl9pPr>
          </a:lstStyle>
          <a:p>
            <a:fld id="{8D14283B-7493-4FDD-B023-42A9E91C9EA8}" type="slidenum">
              <a:rPr lang="en-US" altLang="en-US" sz="1400">
                <a:latin typeface="Times New Roman" panose="02020603050405020304" pitchFamily="18" charset="0"/>
              </a:rPr>
              <a:pPr/>
              <a:t>5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54274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502" y="4195908"/>
            <a:ext cx="1826754" cy="121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124200" y="3755055"/>
            <a:ext cx="72327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altLang="en-US" sz="1200"/>
              <a:t>              </a:t>
            </a: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2304-3B9B-4786-9E94-3F3E425EEA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11" name="Google Shape;134;p3">
            <a:extLst>
              <a:ext uri="{FF2B5EF4-FFF2-40B4-BE49-F238E27FC236}">
                <a16:creationId xmlns:a16="http://schemas.microsoft.com/office/drawing/2014/main" id="{FCC9D4AD-D8F2-400C-A375-E9690981F0B8}"/>
              </a:ext>
            </a:extLst>
          </p:cNvPr>
          <p:cNvSpPr txBox="1"/>
          <p:nvPr/>
        </p:nvSpPr>
        <p:spPr>
          <a:xfrm>
            <a:off x="6934200" y="1910850"/>
            <a:ext cx="4876800" cy="163121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each pixel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pixel = </a:t>
            </a:r>
            <a:r>
              <a:rPr lang="en-US" sz="20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gsConvert</a:t>
            </a: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(pixel)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Every pixel is independent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of every other pixel </a:t>
            </a:r>
            <a:r>
              <a:rPr lang="en-US" sz="2000" dirty="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endParaRPr dirty="0"/>
          </a:p>
        </p:txBody>
      </p:sp>
      <p:pic>
        <p:nvPicPr>
          <p:cNvPr id="8" name="Picture 7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0226F7CE-8783-DC08-72BC-544EBC6F6A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02" y="1762937"/>
            <a:ext cx="1826754" cy="1808042"/>
          </a:xfrm>
          <a:prstGeom prst="rect">
            <a:avLst/>
          </a:prstGeom>
        </p:spPr>
      </p:pic>
      <p:pic>
        <p:nvPicPr>
          <p:cNvPr id="12" name="Picture 11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D0BDD6F1-7413-417D-3604-3111DD159A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137" y="1762937"/>
            <a:ext cx="1826753" cy="180804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FD8CA835-FE8B-AC40-80FA-6D1A71A8B2A5}"/>
              </a:ext>
            </a:extLst>
          </p:cNvPr>
          <p:cNvSpPr/>
          <p:nvPr/>
        </p:nvSpPr>
        <p:spPr>
          <a:xfrm>
            <a:off x="3432291" y="2548378"/>
            <a:ext cx="723275" cy="348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5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7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643" y="1676400"/>
            <a:ext cx="7610711" cy="267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668000" cy="990600"/>
          </a:xfrm>
        </p:spPr>
        <p:txBody>
          <a:bodyPr/>
          <a:lstStyle/>
          <a:p>
            <a:r>
              <a:rPr lang="en-US" altLang="en-US" sz="3600" i="1" dirty="0"/>
              <a:t>The pixels can be calculated independently of each other</a:t>
            </a:r>
            <a:endParaRPr lang="en-US" sz="3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F9906-6DA4-4DB1-845C-5B57D444F6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© David Kirk/NVIDIA and Wen-mei W. Hwu, 2007-2018 ECE408/CS483, University of Illinois, Urbana-Champaign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B1CDA-43CF-4232-9207-5590ECFE7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2B38D5-7404-4A7F-9B4A-1CD43213E20F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6" name="Google Shape;134;p3">
            <a:extLst>
              <a:ext uri="{FF2B5EF4-FFF2-40B4-BE49-F238E27FC236}">
                <a16:creationId xmlns:a16="http://schemas.microsoft.com/office/drawing/2014/main" id="{0610E2FE-118D-4D72-ABD7-3F94C5DF8075}"/>
              </a:ext>
            </a:extLst>
          </p:cNvPr>
          <p:cNvSpPr txBox="1"/>
          <p:nvPr/>
        </p:nvSpPr>
        <p:spPr>
          <a:xfrm>
            <a:off x="6095999" y="4777876"/>
            <a:ext cx="4724400" cy="163121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each pixel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pixel = gsConvert(pixel)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Every pixel is independent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of every other pixel </a:t>
            </a:r>
            <a:r>
              <a:rPr lang="en-US" sz="20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0885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10972800" cy="86995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cs typeface="+mn-cs"/>
              </a:rPr>
              <a:t>CUDA/</a:t>
            </a:r>
            <a:r>
              <a:rPr lang="en-US" altLang="en-US" kern="1200" dirty="0" err="1">
                <a:solidFill>
                  <a:srgbClr val="000000"/>
                </a:solidFill>
                <a:latin typeface="Arial" panose="020B0604020202020204" pitchFamily="34" charset="0"/>
                <a:cs typeface="+mn-cs"/>
              </a:rPr>
              <a:t>OpenCL</a:t>
            </a: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cs typeface="+mn-cs"/>
              </a:rPr>
              <a:t> – Execution Model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990600"/>
            <a:ext cx="8610600" cy="1403350"/>
          </a:xfrm>
        </p:spPr>
        <p:txBody>
          <a:bodyPr/>
          <a:lstStyle/>
          <a:p>
            <a:pPr marL="457200" indent="-457200" eaLnBrk="1" hangingPunct="1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800" dirty="0"/>
              <a:t>Integrated </a:t>
            </a:r>
            <a:r>
              <a:rPr lang="en-US" altLang="en-US" sz="2800" dirty="0" err="1"/>
              <a:t>host+device</a:t>
            </a:r>
            <a:r>
              <a:rPr lang="en-US" altLang="en-US" sz="2800" dirty="0"/>
              <a:t> app C program</a:t>
            </a:r>
          </a:p>
          <a:p>
            <a:pPr marL="973138" lvl="1" indent="-401638" eaLnBrk="1" hangingPunct="1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/>
              <a:t>Serial or modestly parallel parts in </a:t>
            </a:r>
            <a:r>
              <a:rPr lang="en-US" altLang="en-US" sz="2400" b="1" dirty="0"/>
              <a:t>host </a:t>
            </a:r>
            <a:r>
              <a:rPr lang="en-US" altLang="en-US" sz="2400" dirty="0"/>
              <a:t>C code</a:t>
            </a:r>
          </a:p>
          <a:p>
            <a:pPr marL="973138" lvl="1" indent="-401638" eaLnBrk="1" hangingPunct="1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 dirty="0"/>
              <a:t>Highly parallel parts in </a:t>
            </a:r>
            <a:r>
              <a:rPr lang="en-US" altLang="en-US" sz="2400" b="1" dirty="0"/>
              <a:t>device</a:t>
            </a:r>
            <a:r>
              <a:rPr lang="en-US" altLang="en-US" sz="2400" dirty="0"/>
              <a:t> SPMD kernel C code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2870200" y="2603501"/>
            <a:ext cx="226218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ts val="225"/>
              </a:spcBef>
              <a:buClr>
                <a:srgbClr val="3333CC"/>
              </a:buClr>
            </a:pPr>
            <a:r>
              <a:rPr lang="en-US" altLang="en-US" sz="1800" b="1">
                <a:solidFill>
                  <a:srgbClr val="3333CC"/>
                </a:solidFill>
                <a:latin typeface="Arial" panose="020B0604020202020204" pitchFamily="34" charset="0"/>
              </a:rPr>
              <a:t>Serial Code (host)</a:t>
            </a:r>
            <a:r>
              <a:rPr lang="ar-SA" altLang="en-US" sz="1800" b="1">
                <a:solidFill>
                  <a:srgbClr val="3333CC"/>
                </a:solidFill>
                <a:latin typeface="Arial" panose="020B0604020202020204" pitchFamily="34" charset="0"/>
              </a:rPr>
              <a:t>‏</a:t>
            </a:r>
            <a:endParaRPr lang="en-US" altLang="en-US" sz="1800" b="1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grpSp>
        <p:nvGrpSpPr>
          <p:cNvPr id="23557" name="Group 4"/>
          <p:cNvGrpSpPr>
            <a:grpSpLocks/>
          </p:cNvGrpSpPr>
          <p:nvPr/>
        </p:nvGrpSpPr>
        <p:grpSpPr bwMode="auto">
          <a:xfrm>
            <a:off x="5995989" y="3257550"/>
            <a:ext cx="3925887" cy="833438"/>
            <a:chOff x="2817" y="2296"/>
            <a:chExt cx="2473" cy="525"/>
          </a:xfrm>
        </p:grpSpPr>
        <p:sp>
          <p:nvSpPr>
            <p:cNvPr id="23623" name="Rectangle 5"/>
            <p:cNvSpPr>
              <a:spLocks noChangeArrowheads="1"/>
            </p:cNvSpPr>
            <p:nvPr/>
          </p:nvSpPr>
          <p:spPr bwMode="auto">
            <a:xfrm>
              <a:off x="2817" y="2296"/>
              <a:ext cx="2474" cy="526"/>
            </a:xfrm>
            <a:prstGeom prst="rect">
              <a:avLst/>
            </a:prstGeom>
            <a:noFill/>
            <a:ln w="28440">
              <a:solidFill>
                <a:srgbClr val="00CC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24" name="Text Box 6"/>
            <p:cNvSpPr txBox="1">
              <a:spLocks noChangeArrowheads="1"/>
            </p:cNvSpPr>
            <p:nvPr/>
          </p:nvSpPr>
          <p:spPr bwMode="auto">
            <a:xfrm>
              <a:off x="4431" y="2498"/>
              <a:ext cx="31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. . .</a:t>
              </a:r>
            </a:p>
          </p:txBody>
        </p:sp>
        <p:grpSp>
          <p:nvGrpSpPr>
            <p:cNvPr id="23625" name="Group 7"/>
            <p:cNvGrpSpPr>
              <a:grpSpLocks/>
            </p:cNvGrpSpPr>
            <p:nvPr/>
          </p:nvGrpSpPr>
          <p:grpSpPr bwMode="auto">
            <a:xfrm>
              <a:off x="2872" y="2339"/>
              <a:ext cx="489" cy="440"/>
              <a:chOff x="2872" y="2339"/>
              <a:chExt cx="489" cy="440"/>
            </a:xfrm>
          </p:grpSpPr>
          <p:sp>
            <p:nvSpPr>
              <p:cNvPr id="23668" name="Text Box 8"/>
              <p:cNvSpPr txBox="1">
                <a:spLocks noChangeArrowheads="1"/>
              </p:cNvSpPr>
              <p:nvPr/>
            </p:nvSpPr>
            <p:spPr bwMode="auto">
              <a:xfrm>
                <a:off x="2872" y="2339"/>
                <a:ext cx="490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669" name="Group 9"/>
              <p:cNvGrpSpPr>
                <a:grpSpLocks/>
              </p:cNvGrpSpPr>
              <p:nvPr/>
            </p:nvGrpSpPr>
            <p:grpSpPr bwMode="auto">
              <a:xfrm>
                <a:off x="2920" y="2393"/>
                <a:ext cx="392" cy="332"/>
                <a:chOff x="2920" y="2393"/>
                <a:chExt cx="392" cy="332"/>
              </a:xfrm>
            </p:grpSpPr>
            <p:sp>
              <p:nvSpPr>
                <p:cNvPr id="23670" name="Freeform 10"/>
                <p:cNvSpPr>
                  <a:spLocks/>
                </p:cNvSpPr>
                <p:nvPr/>
              </p:nvSpPr>
              <p:spPr bwMode="auto">
                <a:xfrm>
                  <a:off x="2920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1" name="Freeform 11"/>
                <p:cNvSpPr>
                  <a:spLocks/>
                </p:cNvSpPr>
                <p:nvPr/>
              </p:nvSpPr>
              <p:spPr bwMode="auto">
                <a:xfrm>
                  <a:off x="2955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2" name="Freeform 12"/>
                <p:cNvSpPr>
                  <a:spLocks/>
                </p:cNvSpPr>
                <p:nvPr/>
              </p:nvSpPr>
              <p:spPr bwMode="auto">
                <a:xfrm>
                  <a:off x="2986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3" name="Freeform 13"/>
                <p:cNvSpPr>
                  <a:spLocks/>
                </p:cNvSpPr>
                <p:nvPr/>
              </p:nvSpPr>
              <p:spPr bwMode="auto">
                <a:xfrm>
                  <a:off x="3019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4" name="Freeform 14"/>
                <p:cNvSpPr>
                  <a:spLocks/>
                </p:cNvSpPr>
                <p:nvPr/>
              </p:nvSpPr>
              <p:spPr bwMode="auto">
                <a:xfrm>
                  <a:off x="3050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5" name="Freeform 15"/>
                <p:cNvSpPr>
                  <a:spLocks/>
                </p:cNvSpPr>
                <p:nvPr/>
              </p:nvSpPr>
              <p:spPr bwMode="auto">
                <a:xfrm>
                  <a:off x="3083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6" name="Freeform 16"/>
                <p:cNvSpPr>
                  <a:spLocks/>
                </p:cNvSpPr>
                <p:nvPr/>
              </p:nvSpPr>
              <p:spPr bwMode="auto">
                <a:xfrm>
                  <a:off x="3114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7" name="Freeform 17"/>
                <p:cNvSpPr>
                  <a:spLocks/>
                </p:cNvSpPr>
                <p:nvPr/>
              </p:nvSpPr>
              <p:spPr bwMode="auto">
                <a:xfrm>
                  <a:off x="3146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8" name="Freeform 18"/>
                <p:cNvSpPr>
                  <a:spLocks/>
                </p:cNvSpPr>
                <p:nvPr/>
              </p:nvSpPr>
              <p:spPr bwMode="auto">
                <a:xfrm>
                  <a:off x="3178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9" name="Freeform 19"/>
                <p:cNvSpPr>
                  <a:spLocks/>
                </p:cNvSpPr>
                <p:nvPr/>
              </p:nvSpPr>
              <p:spPr bwMode="auto">
                <a:xfrm>
                  <a:off x="3210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80" name="Freeform 20"/>
                <p:cNvSpPr>
                  <a:spLocks/>
                </p:cNvSpPr>
                <p:nvPr/>
              </p:nvSpPr>
              <p:spPr bwMode="auto">
                <a:xfrm>
                  <a:off x="3242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626" name="Group 21"/>
            <p:cNvGrpSpPr>
              <a:grpSpLocks/>
            </p:cNvGrpSpPr>
            <p:nvPr/>
          </p:nvGrpSpPr>
          <p:grpSpPr bwMode="auto">
            <a:xfrm>
              <a:off x="3406" y="2339"/>
              <a:ext cx="489" cy="440"/>
              <a:chOff x="3406" y="2339"/>
              <a:chExt cx="489" cy="440"/>
            </a:xfrm>
          </p:grpSpPr>
          <p:sp>
            <p:nvSpPr>
              <p:cNvPr id="23655" name="Text Box 22"/>
              <p:cNvSpPr txBox="1">
                <a:spLocks noChangeArrowheads="1"/>
              </p:cNvSpPr>
              <p:nvPr/>
            </p:nvSpPr>
            <p:spPr bwMode="auto">
              <a:xfrm>
                <a:off x="3406" y="2339"/>
                <a:ext cx="490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656" name="Group 23"/>
              <p:cNvGrpSpPr>
                <a:grpSpLocks/>
              </p:cNvGrpSpPr>
              <p:nvPr/>
            </p:nvGrpSpPr>
            <p:grpSpPr bwMode="auto">
              <a:xfrm>
                <a:off x="3454" y="2393"/>
                <a:ext cx="392" cy="332"/>
                <a:chOff x="3454" y="2393"/>
                <a:chExt cx="392" cy="332"/>
              </a:xfrm>
            </p:grpSpPr>
            <p:sp>
              <p:nvSpPr>
                <p:cNvPr id="23657" name="Freeform 24"/>
                <p:cNvSpPr>
                  <a:spLocks/>
                </p:cNvSpPr>
                <p:nvPr/>
              </p:nvSpPr>
              <p:spPr bwMode="auto">
                <a:xfrm>
                  <a:off x="3454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8" name="Freeform 25"/>
                <p:cNvSpPr>
                  <a:spLocks/>
                </p:cNvSpPr>
                <p:nvPr/>
              </p:nvSpPr>
              <p:spPr bwMode="auto">
                <a:xfrm>
                  <a:off x="3489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9" name="Freeform 26"/>
                <p:cNvSpPr>
                  <a:spLocks/>
                </p:cNvSpPr>
                <p:nvPr/>
              </p:nvSpPr>
              <p:spPr bwMode="auto">
                <a:xfrm>
                  <a:off x="3520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0" name="Freeform 27"/>
                <p:cNvSpPr>
                  <a:spLocks/>
                </p:cNvSpPr>
                <p:nvPr/>
              </p:nvSpPr>
              <p:spPr bwMode="auto">
                <a:xfrm>
                  <a:off x="3553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1" name="Freeform 28"/>
                <p:cNvSpPr>
                  <a:spLocks/>
                </p:cNvSpPr>
                <p:nvPr/>
              </p:nvSpPr>
              <p:spPr bwMode="auto">
                <a:xfrm>
                  <a:off x="3584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2" name="Freeform 29"/>
                <p:cNvSpPr>
                  <a:spLocks/>
                </p:cNvSpPr>
                <p:nvPr/>
              </p:nvSpPr>
              <p:spPr bwMode="auto">
                <a:xfrm>
                  <a:off x="3617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3" name="Freeform 30"/>
                <p:cNvSpPr>
                  <a:spLocks/>
                </p:cNvSpPr>
                <p:nvPr/>
              </p:nvSpPr>
              <p:spPr bwMode="auto">
                <a:xfrm>
                  <a:off x="3648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4" name="Freeform 31"/>
                <p:cNvSpPr>
                  <a:spLocks/>
                </p:cNvSpPr>
                <p:nvPr/>
              </p:nvSpPr>
              <p:spPr bwMode="auto">
                <a:xfrm>
                  <a:off x="3680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5" name="Freeform 32"/>
                <p:cNvSpPr>
                  <a:spLocks/>
                </p:cNvSpPr>
                <p:nvPr/>
              </p:nvSpPr>
              <p:spPr bwMode="auto">
                <a:xfrm>
                  <a:off x="3712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6" name="Freeform 33"/>
                <p:cNvSpPr>
                  <a:spLocks/>
                </p:cNvSpPr>
                <p:nvPr/>
              </p:nvSpPr>
              <p:spPr bwMode="auto">
                <a:xfrm>
                  <a:off x="3744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7" name="Freeform 34"/>
                <p:cNvSpPr>
                  <a:spLocks/>
                </p:cNvSpPr>
                <p:nvPr/>
              </p:nvSpPr>
              <p:spPr bwMode="auto">
                <a:xfrm>
                  <a:off x="3776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627" name="Group 35"/>
            <p:cNvGrpSpPr>
              <a:grpSpLocks/>
            </p:cNvGrpSpPr>
            <p:nvPr/>
          </p:nvGrpSpPr>
          <p:grpSpPr bwMode="auto">
            <a:xfrm>
              <a:off x="4746" y="2339"/>
              <a:ext cx="489" cy="440"/>
              <a:chOff x="4746" y="2339"/>
              <a:chExt cx="489" cy="440"/>
            </a:xfrm>
          </p:grpSpPr>
          <p:sp>
            <p:nvSpPr>
              <p:cNvPr id="23642" name="Text Box 36"/>
              <p:cNvSpPr txBox="1">
                <a:spLocks noChangeArrowheads="1"/>
              </p:cNvSpPr>
              <p:nvPr/>
            </p:nvSpPr>
            <p:spPr bwMode="auto">
              <a:xfrm>
                <a:off x="4746" y="2339"/>
                <a:ext cx="490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643" name="Group 37"/>
              <p:cNvGrpSpPr>
                <a:grpSpLocks/>
              </p:cNvGrpSpPr>
              <p:nvPr/>
            </p:nvGrpSpPr>
            <p:grpSpPr bwMode="auto">
              <a:xfrm>
                <a:off x="4794" y="2393"/>
                <a:ext cx="392" cy="332"/>
                <a:chOff x="4794" y="2393"/>
                <a:chExt cx="392" cy="332"/>
              </a:xfrm>
            </p:grpSpPr>
            <p:sp>
              <p:nvSpPr>
                <p:cNvPr id="23644" name="Freeform 38"/>
                <p:cNvSpPr>
                  <a:spLocks/>
                </p:cNvSpPr>
                <p:nvPr/>
              </p:nvSpPr>
              <p:spPr bwMode="auto">
                <a:xfrm>
                  <a:off x="4794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5" name="Freeform 39"/>
                <p:cNvSpPr>
                  <a:spLocks/>
                </p:cNvSpPr>
                <p:nvPr/>
              </p:nvSpPr>
              <p:spPr bwMode="auto">
                <a:xfrm>
                  <a:off x="4829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6" name="Freeform 40"/>
                <p:cNvSpPr>
                  <a:spLocks/>
                </p:cNvSpPr>
                <p:nvPr/>
              </p:nvSpPr>
              <p:spPr bwMode="auto">
                <a:xfrm>
                  <a:off x="4860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7" name="Freeform 41"/>
                <p:cNvSpPr>
                  <a:spLocks/>
                </p:cNvSpPr>
                <p:nvPr/>
              </p:nvSpPr>
              <p:spPr bwMode="auto">
                <a:xfrm>
                  <a:off x="4893" y="2393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8" name="Freeform 42"/>
                <p:cNvSpPr>
                  <a:spLocks/>
                </p:cNvSpPr>
                <p:nvPr/>
              </p:nvSpPr>
              <p:spPr bwMode="auto">
                <a:xfrm>
                  <a:off x="4924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9" name="Freeform 43"/>
                <p:cNvSpPr>
                  <a:spLocks/>
                </p:cNvSpPr>
                <p:nvPr/>
              </p:nvSpPr>
              <p:spPr bwMode="auto">
                <a:xfrm>
                  <a:off x="4957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0" name="Freeform 44"/>
                <p:cNvSpPr>
                  <a:spLocks/>
                </p:cNvSpPr>
                <p:nvPr/>
              </p:nvSpPr>
              <p:spPr bwMode="auto">
                <a:xfrm>
                  <a:off x="4988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1" name="Freeform 45"/>
                <p:cNvSpPr>
                  <a:spLocks/>
                </p:cNvSpPr>
                <p:nvPr/>
              </p:nvSpPr>
              <p:spPr bwMode="auto">
                <a:xfrm>
                  <a:off x="5020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2" name="Freeform 46"/>
                <p:cNvSpPr>
                  <a:spLocks/>
                </p:cNvSpPr>
                <p:nvPr/>
              </p:nvSpPr>
              <p:spPr bwMode="auto">
                <a:xfrm>
                  <a:off x="5052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3" name="Freeform 47"/>
                <p:cNvSpPr>
                  <a:spLocks/>
                </p:cNvSpPr>
                <p:nvPr/>
              </p:nvSpPr>
              <p:spPr bwMode="auto">
                <a:xfrm>
                  <a:off x="5084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54" name="Freeform 48"/>
                <p:cNvSpPr>
                  <a:spLocks/>
                </p:cNvSpPr>
                <p:nvPr/>
              </p:nvSpPr>
              <p:spPr bwMode="auto">
                <a:xfrm>
                  <a:off x="5116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628" name="Group 49"/>
            <p:cNvGrpSpPr>
              <a:grpSpLocks/>
            </p:cNvGrpSpPr>
            <p:nvPr/>
          </p:nvGrpSpPr>
          <p:grpSpPr bwMode="auto">
            <a:xfrm>
              <a:off x="3942" y="2339"/>
              <a:ext cx="488" cy="440"/>
              <a:chOff x="3942" y="2339"/>
              <a:chExt cx="488" cy="440"/>
            </a:xfrm>
          </p:grpSpPr>
          <p:sp>
            <p:nvSpPr>
              <p:cNvPr id="23629" name="Text Box 50"/>
              <p:cNvSpPr txBox="1">
                <a:spLocks noChangeArrowheads="1"/>
              </p:cNvSpPr>
              <p:nvPr/>
            </p:nvSpPr>
            <p:spPr bwMode="auto">
              <a:xfrm>
                <a:off x="3942" y="2339"/>
                <a:ext cx="489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630" name="Group 51"/>
              <p:cNvGrpSpPr>
                <a:grpSpLocks/>
              </p:cNvGrpSpPr>
              <p:nvPr/>
            </p:nvGrpSpPr>
            <p:grpSpPr bwMode="auto">
              <a:xfrm>
                <a:off x="3990" y="2393"/>
                <a:ext cx="391" cy="332"/>
                <a:chOff x="3990" y="2393"/>
                <a:chExt cx="391" cy="332"/>
              </a:xfrm>
            </p:grpSpPr>
            <p:sp>
              <p:nvSpPr>
                <p:cNvPr id="23631" name="Freeform 52"/>
                <p:cNvSpPr>
                  <a:spLocks/>
                </p:cNvSpPr>
                <p:nvPr/>
              </p:nvSpPr>
              <p:spPr bwMode="auto">
                <a:xfrm>
                  <a:off x="3990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2" name="Freeform 53"/>
                <p:cNvSpPr>
                  <a:spLocks/>
                </p:cNvSpPr>
                <p:nvPr/>
              </p:nvSpPr>
              <p:spPr bwMode="auto">
                <a:xfrm>
                  <a:off x="4025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3" name="Freeform 54"/>
                <p:cNvSpPr>
                  <a:spLocks/>
                </p:cNvSpPr>
                <p:nvPr/>
              </p:nvSpPr>
              <p:spPr bwMode="auto">
                <a:xfrm>
                  <a:off x="4056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4" name="Freeform 55"/>
                <p:cNvSpPr>
                  <a:spLocks/>
                </p:cNvSpPr>
                <p:nvPr/>
              </p:nvSpPr>
              <p:spPr bwMode="auto">
                <a:xfrm>
                  <a:off x="4088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5" name="Freeform 56"/>
                <p:cNvSpPr>
                  <a:spLocks/>
                </p:cNvSpPr>
                <p:nvPr/>
              </p:nvSpPr>
              <p:spPr bwMode="auto">
                <a:xfrm>
                  <a:off x="4120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6" name="Freeform 57"/>
                <p:cNvSpPr>
                  <a:spLocks/>
                </p:cNvSpPr>
                <p:nvPr/>
              </p:nvSpPr>
              <p:spPr bwMode="auto">
                <a:xfrm>
                  <a:off x="4152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7" name="Freeform 58"/>
                <p:cNvSpPr>
                  <a:spLocks/>
                </p:cNvSpPr>
                <p:nvPr/>
              </p:nvSpPr>
              <p:spPr bwMode="auto">
                <a:xfrm>
                  <a:off x="4184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8" name="Freeform 59"/>
                <p:cNvSpPr>
                  <a:spLocks/>
                </p:cNvSpPr>
                <p:nvPr/>
              </p:nvSpPr>
              <p:spPr bwMode="auto">
                <a:xfrm>
                  <a:off x="4216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39" name="Freeform 60"/>
                <p:cNvSpPr>
                  <a:spLocks/>
                </p:cNvSpPr>
                <p:nvPr/>
              </p:nvSpPr>
              <p:spPr bwMode="auto">
                <a:xfrm>
                  <a:off x="4248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0" name="Freeform 61"/>
                <p:cNvSpPr>
                  <a:spLocks/>
                </p:cNvSpPr>
                <p:nvPr/>
              </p:nvSpPr>
              <p:spPr bwMode="auto">
                <a:xfrm>
                  <a:off x="4280" y="2393"/>
                  <a:ext cx="70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41" name="Freeform 62"/>
                <p:cNvSpPr>
                  <a:spLocks/>
                </p:cNvSpPr>
                <p:nvPr/>
              </p:nvSpPr>
              <p:spPr bwMode="auto">
                <a:xfrm>
                  <a:off x="4311" y="2393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3558" name="Group 63"/>
          <p:cNvGrpSpPr>
            <a:grpSpLocks/>
          </p:cNvGrpSpPr>
          <p:nvPr/>
        </p:nvGrpSpPr>
        <p:grpSpPr bwMode="auto">
          <a:xfrm>
            <a:off x="5995989" y="5178425"/>
            <a:ext cx="3925887" cy="831850"/>
            <a:chOff x="2817" y="3506"/>
            <a:chExt cx="2473" cy="524"/>
          </a:xfrm>
        </p:grpSpPr>
        <p:sp>
          <p:nvSpPr>
            <p:cNvPr id="23565" name="Rectangle 64"/>
            <p:cNvSpPr>
              <a:spLocks noChangeArrowheads="1"/>
            </p:cNvSpPr>
            <p:nvPr/>
          </p:nvSpPr>
          <p:spPr bwMode="auto">
            <a:xfrm>
              <a:off x="2817" y="3506"/>
              <a:ext cx="2474" cy="525"/>
            </a:xfrm>
            <a:prstGeom prst="rect">
              <a:avLst/>
            </a:prstGeom>
            <a:noFill/>
            <a:ln w="28440">
              <a:solidFill>
                <a:srgbClr val="00CC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6" name="Text Box 65"/>
            <p:cNvSpPr txBox="1">
              <a:spLocks noChangeArrowheads="1"/>
            </p:cNvSpPr>
            <p:nvPr/>
          </p:nvSpPr>
          <p:spPr bwMode="auto">
            <a:xfrm>
              <a:off x="4431" y="3708"/>
              <a:ext cx="31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. . .</a:t>
              </a:r>
            </a:p>
          </p:txBody>
        </p:sp>
        <p:grpSp>
          <p:nvGrpSpPr>
            <p:cNvPr id="23567" name="Group 66"/>
            <p:cNvGrpSpPr>
              <a:grpSpLocks/>
            </p:cNvGrpSpPr>
            <p:nvPr/>
          </p:nvGrpSpPr>
          <p:grpSpPr bwMode="auto">
            <a:xfrm>
              <a:off x="2872" y="3549"/>
              <a:ext cx="489" cy="440"/>
              <a:chOff x="2872" y="3549"/>
              <a:chExt cx="489" cy="440"/>
            </a:xfrm>
          </p:grpSpPr>
          <p:sp>
            <p:nvSpPr>
              <p:cNvPr id="23610" name="Text Box 67"/>
              <p:cNvSpPr txBox="1">
                <a:spLocks noChangeArrowheads="1"/>
              </p:cNvSpPr>
              <p:nvPr/>
            </p:nvSpPr>
            <p:spPr bwMode="auto">
              <a:xfrm>
                <a:off x="2872" y="3549"/>
                <a:ext cx="490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611" name="Group 68"/>
              <p:cNvGrpSpPr>
                <a:grpSpLocks/>
              </p:cNvGrpSpPr>
              <p:nvPr/>
            </p:nvGrpSpPr>
            <p:grpSpPr bwMode="auto">
              <a:xfrm>
                <a:off x="2920" y="3602"/>
                <a:ext cx="392" cy="332"/>
                <a:chOff x="2920" y="3602"/>
                <a:chExt cx="392" cy="332"/>
              </a:xfrm>
            </p:grpSpPr>
            <p:sp>
              <p:nvSpPr>
                <p:cNvPr id="23612" name="Freeform 69"/>
                <p:cNvSpPr>
                  <a:spLocks/>
                </p:cNvSpPr>
                <p:nvPr/>
              </p:nvSpPr>
              <p:spPr bwMode="auto">
                <a:xfrm>
                  <a:off x="2920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3" name="Freeform 70"/>
                <p:cNvSpPr>
                  <a:spLocks/>
                </p:cNvSpPr>
                <p:nvPr/>
              </p:nvSpPr>
              <p:spPr bwMode="auto">
                <a:xfrm>
                  <a:off x="2955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4" name="Freeform 71"/>
                <p:cNvSpPr>
                  <a:spLocks/>
                </p:cNvSpPr>
                <p:nvPr/>
              </p:nvSpPr>
              <p:spPr bwMode="auto">
                <a:xfrm>
                  <a:off x="2986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5" name="Freeform 72"/>
                <p:cNvSpPr>
                  <a:spLocks/>
                </p:cNvSpPr>
                <p:nvPr/>
              </p:nvSpPr>
              <p:spPr bwMode="auto">
                <a:xfrm>
                  <a:off x="3019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6" name="Freeform 73"/>
                <p:cNvSpPr>
                  <a:spLocks/>
                </p:cNvSpPr>
                <p:nvPr/>
              </p:nvSpPr>
              <p:spPr bwMode="auto">
                <a:xfrm>
                  <a:off x="3050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7" name="Freeform 74"/>
                <p:cNvSpPr>
                  <a:spLocks/>
                </p:cNvSpPr>
                <p:nvPr/>
              </p:nvSpPr>
              <p:spPr bwMode="auto">
                <a:xfrm>
                  <a:off x="3083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8" name="Freeform 75"/>
                <p:cNvSpPr>
                  <a:spLocks/>
                </p:cNvSpPr>
                <p:nvPr/>
              </p:nvSpPr>
              <p:spPr bwMode="auto">
                <a:xfrm>
                  <a:off x="3114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19" name="Freeform 76"/>
                <p:cNvSpPr>
                  <a:spLocks/>
                </p:cNvSpPr>
                <p:nvPr/>
              </p:nvSpPr>
              <p:spPr bwMode="auto">
                <a:xfrm>
                  <a:off x="3146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20" name="Freeform 77"/>
                <p:cNvSpPr>
                  <a:spLocks/>
                </p:cNvSpPr>
                <p:nvPr/>
              </p:nvSpPr>
              <p:spPr bwMode="auto">
                <a:xfrm>
                  <a:off x="3178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21" name="Freeform 78"/>
                <p:cNvSpPr>
                  <a:spLocks/>
                </p:cNvSpPr>
                <p:nvPr/>
              </p:nvSpPr>
              <p:spPr bwMode="auto">
                <a:xfrm>
                  <a:off x="3210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22" name="Freeform 79"/>
                <p:cNvSpPr>
                  <a:spLocks/>
                </p:cNvSpPr>
                <p:nvPr/>
              </p:nvSpPr>
              <p:spPr bwMode="auto">
                <a:xfrm>
                  <a:off x="3242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568" name="Group 80"/>
            <p:cNvGrpSpPr>
              <a:grpSpLocks/>
            </p:cNvGrpSpPr>
            <p:nvPr/>
          </p:nvGrpSpPr>
          <p:grpSpPr bwMode="auto">
            <a:xfrm>
              <a:off x="3406" y="3549"/>
              <a:ext cx="489" cy="440"/>
              <a:chOff x="3406" y="3549"/>
              <a:chExt cx="489" cy="440"/>
            </a:xfrm>
          </p:grpSpPr>
          <p:sp>
            <p:nvSpPr>
              <p:cNvPr id="23597" name="Text Box 81"/>
              <p:cNvSpPr txBox="1">
                <a:spLocks noChangeArrowheads="1"/>
              </p:cNvSpPr>
              <p:nvPr/>
            </p:nvSpPr>
            <p:spPr bwMode="auto">
              <a:xfrm>
                <a:off x="3406" y="3549"/>
                <a:ext cx="490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598" name="Group 82"/>
              <p:cNvGrpSpPr>
                <a:grpSpLocks/>
              </p:cNvGrpSpPr>
              <p:nvPr/>
            </p:nvGrpSpPr>
            <p:grpSpPr bwMode="auto">
              <a:xfrm>
                <a:off x="3454" y="3602"/>
                <a:ext cx="392" cy="332"/>
                <a:chOff x="3454" y="3602"/>
                <a:chExt cx="392" cy="332"/>
              </a:xfrm>
            </p:grpSpPr>
            <p:sp>
              <p:nvSpPr>
                <p:cNvPr id="23599" name="Freeform 83"/>
                <p:cNvSpPr>
                  <a:spLocks/>
                </p:cNvSpPr>
                <p:nvPr/>
              </p:nvSpPr>
              <p:spPr bwMode="auto">
                <a:xfrm>
                  <a:off x="3454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0" name="Freeform 84"/>
                <p:cNvSpPr>
                  <a:spLocks/>
                </p:cNvSpPr>
                <p:nvPr/>
              </p:nvSpPr>
              <p:spPr bwMode="auto">
                <a:xfrm>
                  <a:off x="3489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1" name="Freeform 85"/>
                <p:cNvSpPr>
                  <a:spLocks/>
                </p:cNvSpPr>
                <p:nvPr/>
              </p:nvSpPr>
              <p:spPr bwMode="auto">
                <a:xfrm>
                  <a:off x="3520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2" name="Freeform 86"/>
                <p:cNvSpPr>
                  <a:spLocks/>
                </p:cNvSpPr>
                <p:nvPr/>
              </p:nvSpPr>
              <p:spPr bwMode="auto">
                <a:xfrm>
                  <a:off x="3553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3" name="Freeform 87"/>
                <p:cNvSpPr>
                  <a:spLocks/>
                </p:cNvSpPr>
                <p:nvPr/>
              </p:nvSpPr>
              <p:spPr bwMode="auto">
                <a:xfrm>
                  <a:off x="3584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4" name="Freeform 88"/>
                <p:cNvSpPr>
                  <a:spLocks/>
                </p:cNvSpPr>
                <p:nvPr/>
              </p:nvSpPr>
              <p:spPr bwMode="auto">
                <a:xfrm>
                  <a:off x="3617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5" name="Freeform 89"/>
                <p:cNvSpPr>
                  <a:spLocks/>
                </p:cNvSpPr>
                <p:nvPr/>
              </p:nvSpPr>
              <p:spPr bwMode="auto">
                <a:xfrm>
                  <a:off x="3648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6" name="Freeform 90"/>
                <p:cNvSpPr>
                  <a:spLocks/>
                </p:cNvSpPr>
                <p:nvPr/>
              </p:nvSpPr>
              <p:spPr bwMode="auto">
                <a:xfrm>
                  <a:off x="3680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7" name="Freeform 91"/>
                <p:cNvSpPr>
                  <a:spLocks/>
                </p:cNvSpPr>
                <p:nvPr/>
              </p:nvSpPr>
              <p:spPr bwMode="auto">
                <a:xfrm>
                  <a:off x="3712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8" name="Freeform 92"/>
                <p:cNvSpPr>
                  <a:spLocks/>
                </p:cNvSpPr>
                <p:nvPr/>
              </p:nvSpPr>
              <p:spPr bwMode="auto">
                <a:xfrm>
                  <a:off x="3744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9" name="Freeform 93"/>
                <p:cNvSpPr>
                  <a:spLocks/>
                </p:cNvSpPr>
                <p:nvPr/>
              </p:nvSpPr>
              <p:spPr bwMode="auto">
                <a:xfrm>
                  <a:off x="3776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569" name="Group 94"/>
            <p:cNvGrpSpPr>
              <a:grpSpLocks/>
            </p:cNvGrpSpPr>
            <p:nvPr/>
          </p:nvGrpSpPr>
          <p:grpSpPr bwMode="auto">
            <a:xfrm>
              <a:off x="4746" y="3549"/>
              <a:ext cx="489" cy="440"/>
              <a:chOff x="4746" y="3549"/>
              <a:chExt cx="489" cy="440"/>
            </a:xfrm>
          </p:grpSpPr>
          <p:sp>
            <p:nvSpPr>
              <p:cNvPr id="23584" name="Text Box 95"/>
              <p:cNvSpPr txBox="1">
                <a:spLocks noChangeArrowheads="1"/>
              </p:cNvSpPr>
              <p:nvPr/>
            </p:nvSpPr>
            <p:spPr bwMode="auto">
              <a:xfrm>
                <a:off x="4746" y="3549"/>
                <a:ext cx="490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585" name="Group 96"/>
              <p:cNvGrpSpPr>
                <a:grpSpLocks/>
              </p:cNvGrpSpPr>
              <p:nvPr/>
            </p:nvGrpSpPr>
            <p:grpSpPr bwMode="auto">
              <a:xfrm>
                <a:off x="4794" y="3602"/>
                <a:ext cx="392" cy="332"/>
                <a:chOff x="4794" y="3602"/>
                <a:chExt cx="392" cy="332"/>
              </a:xfrm>
            </p:grpSpPr>
            <p:sp>
              <p:nvSpPr>
                <p:cNvPr id="23586" name="Freeform 97"/>
                <p:cNvSpPr>
                  <a:spLocks/>
                </p:cNvSpPr>
                <p:nvPr/>
              </p:nvSpPr>
              <p:spPr bwMode="auto">
                <a:xfrm>
                  <a:off x="4794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7" name="Freeform 98"/>
                <p:cNvSpPr>
                  <a:spLocks/>
                </p:cNvSpPr>
                <p:nvPr/>
              </p:nvSpPr>
              <p:spPr bwMode="auto">
                <a:xfrm>
                  <a:off x="4829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8" name="Freeform 99"/>
                <p:cNvSpPr>
                  <a:spLocks/>
                </p:cNvSpPr>
                <p:nvPr/>
              </p:nvSpPr>
              <p:spPr bwMode="auto">
                <a:xfrm>
                  <a:off x="4860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9" name="Freeform 100"/>
                <p:cNvSpPr>
                  <a:spLocks/>
                </p:cNvSpPr>
                <p:nvPr/>
              </p:nvSpPr>
              <p:spPr bwMode="auto">
                <a:xfrm>
                  <a:off x="4893" y="3602"/>
                  <a:ext cx="72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0" name="Freeform 101"/>
                <p:cNvSpPr>
                  <a:spLocks/>
                </p:cNvSpPr>
                <p:nvPr/>
              </p:nvSpPr>
              <p:spPr bwMode="auto">
                <a:xfrm>
                  <a:off x="4924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1" name="Freeform 102"/>
                <p:cNvSpPr>
                  <a:spLocks/>
                </p:cNvSpPr>
                <p:nvPr/>
              </p:nvSpPr>
              <p:spPr bwMode="auto">
                <a:xfrm>
                  <a:off x="4957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2" name="Freeform 103"/>
                <p:cNvSpPr>
                  <a:spLocks/>
                </p:cNvSpPr>
                <p:nvPr/>
              </p:nvSpPr>
              <p:spPr bwMode="auto">
                <a:xfrm>
                  <a:off x="4988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3" name="Freeform 104"/>
                <p:cNvSpPr>
                  <a:spLocks/>
                </p:cNvSpPr>
                <p:nvPr/>
              </p:nvSpPr>
              <p:spPr bwMode="auto">
                <a:xfrm>
                  <a:off x="5020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4" name="Freeform 105"/>
                <p:cNvSpPr>
                  <a:spLocks/>
                </p:cNvSpPr>
                <p:nvPr/>
              </p:nvSpPr>
              <p:spPr bwMode="auto">
                <a:xfrm>
                  <a:off x="5052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5" name="Freeform 106"/>
                <p:cNvSpPr>
                  <a:spLocks/>
                </p:cNvSpPr>
                <p:nvPr/>
              </p:nvSpPr>
              <p:spPr bwMode="auto">
                <a:xfrm>
                  <a:off x="5084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6" name="Freeform 107"/>
                <p:cNvSpPr>
                  <a:spLocks/>
                </p:cNvSpPr>
                <p:nvPr/>
              </p:nvSpPr>
              <p:spPr bwMode="auto">
                <a:xfrm>
                  <a:off x="5116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570" name="Group 108"/>
            <p:cNvGrpSpPr>
              <a:grpSpLocks/>
            </p:cNvGrpSpPr>
            <p:nvPr/>
          </p:nvGrpSpPr>
          <p:grpSpPr bwMode="auto">
            <a:xfrm>
              <a:off x="3942" y="3549"/>
              <a:ext cx="488" cy="440"/>
              <a:chOff x="3942" y="3549"/>
              <a:chExt cx="488" cy="440"/>
            </a:xfrm>
          </p:grpSpPr>
          <p:sp>
            <p:nvSpPr>
              <p:cNvPr id="23571" name="Text Box 109"/>
              <p:cNvSpPr txBox="1">
                <a:spLocks noChangeArrowheads="1"/>
              </p:cNvSpPr>
              <p:nvPr/>
            </p:nvSpPr>
            <p:spPr bwMode="auto">
              <a:xfrm>
                <a:off x="3942" y="3549"/>
                <a:ext cx="489" cy="441"/>
              </a:xfrm>
              <a:prstGeom prst="rect">
                <a:avLst/>
              </a:prstGeom>
              <a:noFill/>
              <a:ln w="19080">
                <a:solidFill>
                  <a:srgbClr val="00C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3572" name="Group 110"/>
              <p:cNvGrpSpPr>
                <a:grpSpLocks/>
              </p:cNvGrpSpPr>
              <p:nvPr/>
            </p:nvGrpSpPr>
            <p:grpSpPr bwMode="auto">
              <a:xfrm>
                <a:off x="3990" y="3602"/>
                <a:ext cx="391" cy="332"/>
                <a:chOff x="3990" y="3602"/>
                <a:chExt cx="391" cy="332"/>
              </a:xfrm>
            </p:grpSpPr>
            <p:sp>
              <p:nvSpPr>
                <p:cNvPr id="23573" name="Freeform 111"/>
                <p:cNvSpPr>
                  <a:spLocks/>
                </p:cNvSpPr>
                <p:nvPr/>
              </p:nvSpPr>
              <p:spPr bwMode="auto">
                <a:xfrm>
                  <a:off x="3990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4" name="Freeform 112"/>
                <p:cNvSpPr>
                  <a:spLocks/>
                </p:cNvSpPr>
                <p:nvPr/>
              </p:nvSpPr>
              <p:spPr bwMode="auto">
                <a:xfrm>
                  <a:off x="4025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5" name="Freeform 113"/>
                <p:cNvSpPr>
                  <a:spLocks/>
                </p:cNvSpPr>
                <p:nvPr/>
              </p:nvSpPr>
              <p:spPr bwMode="auto">
                <a:xfrm>
                  <a:off x="4056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6" name="Freeform 114"/>
                <p:cNvSpPr>
                  <a:spLocks/>
                </p:cNvSpPr>
                <p:nvPr/>
              </p:nvSpPr>
              <p:spPr bwMode="auto">
                <a:xfrm>
                  <a:off x="4088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7" name="Freeform 115"/>
                <p:cNvSpPr>
                  <a:spLocks/>
                </p:cNvSpPr>
                <p:nvPr/>
              </p:nvSpPr>
              <p:spPr bwMode="auto">
                <a:xfrm>
                  <a:off x="4120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8" name="Freeform 116"/>
                <p:cNvSpPr>
                  <a:spLocks/>
                </p:cNvSpPr>
                <p:nvPr/>
              </p:nvSpPr>
              <p:spPr bwMode="auto">
                <a:xfrm>
                  <a:off x="4152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9" name="Freeform 117"/>
                <p:cNvSpPr>
                  <a:spLocks/>
                </p:cNvSpPr>
                <p:nvPr/>
              </p:nvSpPr>
              <p:spPr bwMode="auto">
                <a:xfrm>
                  <a:off x="4184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0" name="Freeform 118"/>
                <p:cNvSpPr>
                  <a:spLocks/>
                </p:cNvSpPr>
                <p:nvPr/>
              </p:nvSpPr>
              <p:spPr bwMode="auto">
                <a:xfrm>
                  <a:off x="4216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1" name="Freeform 119"/>
                <p:cNvSpPr>
                  <a:spLocks/>
                </p:cNvSpPr>
                <p:nvPr/>
              </p:nvSpPr>
              <p:spPr bwMode="auto">
                <a:xfrm>
                  <a:off x="4248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2" name="Freeform 120"/>
                <p:cNvSpPr>
                  <a:spLocks/>
                </p:cNvSpPr>
                <p:nvPr/>
              </p:nvSpPr>
              <p:spPr bwMode="auto">
                <a:xfrm>
                  <a:off x="4280" y="3602"/>
                  <a:ext cx="70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3" name="Freeform 121"/>
                <p:cNvSpPr>
                  <a:spLocks/>
                </p:cNvSpPr>
                <p:nvPr/>
              </p:nvSpPr>
              <p:spPr bwMode="auto">
                <a:xfrm>
                  <a:off x="4311" y="3602"/>
                  <a:ext cx="71" cy="333"/>
                </a:xfrm>
                <a:custGeom>
                  <a:avLst/>
                  <a:gdLst>
                    <a:gd name="T0" fmla="*/ 0 w 208"/>
                    <a:gd name="T1" fmla="*/ 0 h 1536"/>
                    <a:gd name="T2" fmla="*/ 0 w 208"/>
                    <a:gd name="T3" fmla="*/ 0 h 1536"/>
                    <a:gd name="T4" fmla="*/ 0 w 208"/>
                    <a:gd name="T5" fmla="*/ 0 h 1536"/>
                    <a:gd name="T6" fmla="*/ 0 w 208"/>
                    <a:gd name="T7" fmla="*/ 0 h 1536"/>
                    <a:gd name="T8" fmla="*/ 0 w 208"/>
                    <a:gd name="T9" fmla="*/ 0 h 1536"/>
                    <a:gd name="T10" fmla="*/ 0 w 208"/>
                    <a:gd name="T11" fmla="*/ 0 h 1536"/>
                    <a:gd name="T12" fmla="*/ 0 w 208"/>
                    <a:gd name="T13" fmla="*/ 0 h 1536"/>
                    <a:gd name="T14" fmla="*/ 0 w 208"/>
                    <a:gd name="T15" fmla="*/ 0 h 1536"/>
                    <a:gd name="T16" fmla="*/ 0 w 208"/>
                    <a:gd name="T17" fmla="*/ 0 h 1536"/>
                    <a:gd name="T18" fmla="*/ 0 w 208"/>
                    <a:gd name="T19" fmla="*/ 0 h 1536"/>
                    <a:gd name="T20" fmla="*/ 0 w 208"/>
                    <a:gd name="T21" fmla="*/ 0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908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3559" name="Text Box 122"/>
          <p:cNvSpPr txBox="1">
            <a:spLocks noChangeArrowheads="1"/>
          </p:cNvSpPr>
          <p:nvPr/>
        </p:nvSpPr>
        <p:spPr bwMode="auto">
          <a:xfrm>
            <a:off x="2070100" y="3327400"/>
            <a:ext cx="3860800" cy="712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ts val="450"/>
              </a:spcBef>
              <a:buClr>
                <a:srgbClr val="00CC00"/>
              </a:buClr>
            </a:pP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Parallel Kernel (device)</a:t>
            </a:r>
            <a:r>
              <a:rPr lang="ar-SA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‏</a:t>
            </a:r>
            <a:endParaRPr lang="en-US" altLang="en-US" sz="1800" b="1" dirty="0">
              <a:solidFill>
                <a:srgbClr val="00CC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450"/>
              </a:spcBef>
              <a:buClr>
                <a:srgbClr val="00CC00"/>
              </a:buClr>
            </a:pP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KernelA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&lt;&lt;&lt; </a:t>
            </a: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nBlk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nTid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 &gt;&gt;&gt;(</a:t>
            </a: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args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);</a:t>
            </a:r>
          </a:p>
        </p:txBody>
      </p:sp>
      <p:sp>
        <p:nvSpPr>
          <p:cNvPr id="23560" name="Freeform 123"/>
          <p:cNvSpPr>
            <a:spLocks/>
          </p:cNvSpPr>
          <p:nvPr/>
        </p:nvSpPr>
        <p:spPr bwMode="auto">
          <a:xfrm>
            <a:off x="7923214" y="2362200"/>
            <a:ext cx="73025" cy="808038"/>
          </a:xfrm>
          <a:custGeom>
            <a:avLst/>
            <a:gdLst>
              <a:gd name="T0" fmla="*/ 2147483647 w 208"/>
              <a:gd name="T1" fmla="*/ 0 h 1536"/>
              <a:gd name="T2" fmla="*/ 2147483647 w 208"/>
              <a:gd name="T3" fmla="*/ 2147483647 h 1536"/>
              <a:gd name="T4" fmla="*/ 2147483647 w 208"/>
              <a:gd name="T5" fmla="*/ 2147483647 h 1536"/>
              <a:gd name="T6" fmla="*/ 2147483647 w 208"/>
              <a:gd name="T7" fmla="*/ 2147483647 h 1536"/>
              <a:gd name="T8" fmla="*/ 2147483647 w 208"/>
              <a:gd name="T9" fmla="*/ 2147483647 h 1536"/>
              <a:gd name="T10" fmla="*/ 2147483647 w 208"/>
              <a:gd name="T11" fmla="*/ 2147483647 h 1536"/>
              <a:gd name="T12" fmla="*/ 2147483647 w 208"/>
              <a:gd name="T13" fmla="*/ 2147483647 h 1536"/>
              <a:gd name="T14" fmla="*/ 2147483647 w 208"/>
              <a:gd name="T15" fmla="*/ 2147483647 h 1536"/>
              <a:gd name="T16" fmla="*/ 2147483647 w 208"/>
              <a:gd name="T17" fmla="*/ 2147483647 h 1536"/>
              <a:gd name="T18" fmla="*/ 2147483647 w 208"/>
              <a:gd name="T19" fmla="*/ 2147483647 h 1536"/>
              <a:gd name="T20" fmla="*/ 2147483647 w 208"/>
              <a:gd name="T21" fmla="*/ 2147483647 h 1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8"/>
              <a:gd name="T34" fmla="*/ 0 h 1536"/>
              <a:gd name="T35" fmla="*/ 208 w 208"/>
              <a:gd name="T36" fmla="*/ 1536 h 1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8" h="1536">
                <a:moveTo>
                  <a:pt x="56" y="0"/>
                </a:moveTo>
                <a:cubicBezTo>
                  <a:pt x="132" y="68"/>
                  <a:pt x="208" y="136"/>
                  <a:pt x="200" y="192"/>
                </a:cubicBezTo>
                <a:cubicBezTo>
                  <a:pt x="192" y="248"/>
                  <a:pt x="16" y="280"/>
                  <a:pt x="8" y="336"/>
                </a:cubicBezTo>
                <a:cubicBezTo>
                  <a:pt x="0" y="392"/>
                  <a:pt x="152" y="464"/>
                  <a:pt x="152" y="528"/>
                </a:cubicBezTo>
                <a:cubicBezTo>
                  <a:pt x="152" y="592"/>
                  <a:pt x="8" y="672"/>
                  <a:pt x="8" y="720"/>
                </a:cubicBezTo>
                <a:cubicBezTo>
                  <a:pt x="8" y="768"/>
                  <a:pt x="144" y="776"/>
                  <a:pt x="152" y="816"/>
                </a:cubicBezTo>
                <a:cubicBezTo>
                  <a:pt x="160" y="856"/>
                  <a:pt x="56" y="912"/>
                  <a:pt x="56" y="960"/>
                </a:cubicBezTo>
                <a:cubicBezTo>
                  <a:pt x="56" y="1008"/>
                  <a:pt x="160" y="1056"/>
                  <a:pt x="152" y="1104"/>
                </a:cubicBezTo>
                <a:cubicBezTo>
                  <a:pt x="144" y="1152"/>
                  <a:pt x="16" y="1208"/>
                  <a:pt x="8" y="1248"/>
                </a:cubicBezTo>
                <a:cubicBezTo>
                  <a:pt x="0" y="1288"/>
                  <a:pt x="96" y="1296"/>
                  <a:pt x="104" y="1344"/>
                </a:cubicBezTo>
                <a:cubicBezTo>
                  <a:pt x="112" y="1392"/>
                  <a:pt x="40" y="1496"/>
                  <a:pt x="56" y="1536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Text Box 124"/>
          <p:cNvSpPr txBox="1">
            <a:spLocks noChangeArrowheads="1"/>
          </p:cNvSpPr>
          <p:nvPr/>
        </p:nvSpPr>
        <p:spPr bwMode="auto">
          <a:xfrm>
            <a:off x="2854325" y="4510089"/>
            <a:ext cx="2293938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ts val="225"/>
              </a:spcBef>
              <a:buClr>
                <a:srgbClr val="3333CC"/>
              </a:buClr>
            </a:pPr>
            <a:r>
              <a:rPr lang="en-US" altLang="en-US" sz="1800" b="1">
                <a:solidFill>
                  <a:srgbClr val="3333CC"/>
                </a:solidFill>
                <a:latin typeface="Arial" panose="020B0604020202020204" pitchFamily="34" charset="0"/>
              </a:rPr>
              <a:t>Serial Code (host)</a:t>
            </a:r>
            <a:r>
              <a:rPr lang="ar-SA" altLang="en-US" sz="1800" b="1">
                <a:solidFill>
                  <a:srgbClr val="3333CC"/>
                </a:solidFill>
                <a:latin typeface="Arial" panose="020B0604020202020204" pitchFamily="34" charset="0"/>
              </a:rPr>
              <a:t>‏</a:t>
            </a:r>
            <a:endParaRPr lang="en-US" altLang="en-US" sz="1800" b="1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23562" name="Freeform 125"/>
          <p:cNvSpPr>
            <a:spLocks/>
          </p:cNvSpPr>
          <p:nvPr/>
        </p:nvSpPr>
        <p:spPr bwMode="auto">
          <a:xfrm>
            <a:off x="7923214" y="4268789"/>
            <a:ext cx="73025" cy="808037"/>
          </a:xfrm>
          <a:custGeom>
            <a:avLst/>
            <a:gdLst>
              <a:gd name="T0" fmla="*/ 2147483647 w 208"/>
              <a:gd name="T1" fmla="*/ 0 h 1536"/>
              <a:gd name="T2" fmla="*/ 2147483647 w 208"/>
              <a:gd name="T3" fmla="*/ 2147483647 h 1536"/>
              <a:gd name="T4" fmla="*/ 2147483647 w 208"/>
              <a:gd name="T5" fmla="*/ 2147483647 h 1536"/>
              <a:gd name="T6" fmla="*/ 2147483647 w 208"/>
              <a:gd name="T7" fmla="*/ 2147483647 h 1536"/>
              <a:gd name="T8" fmla="*/ 2147483647 w 208"/>
              <a:gd name="T9" fmla="*/ 2147483647 h 1536"/>
              <a:gd name="T10" fmla="*/ 2147483647 w 208"/>
              <a:gd name="T11" fmla="*/ 2147483647 h 1536"/>
              <a:gd name="T12" fmla="*/ 2147483647 w 208"/>
              <a:gd name="T13" fmla="*/ 2147483647 h 1536"/>
              <a:gd name="T14" fmla="*/ 2147483647 w 208"/>
              <a:gd name="T15" fmla="*/ 2147483647 h 1536"/>
              <a:gd name="T16" fmla="*/ 2147483647 w 208"/>
              <a:gd name="T17" fmla="*/ 2147483647 h 1536"/>
              <a:gd name="T18" fmla="*/ 2147483647 w 208"/>
              <a:gd name="T19" fmla="*/ 2147483647 h 1536"/>
              <a:gd name="T20" fmla="*/ 2147483647 w 208"/>
              <a:gd name="T21" fmla="*/ 2147483647 h 1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08"/>
              <a:gd name="T34" fmla="*/ 0 h 1536"/>
              <a:gd name="T35" fmla="*/ 208 w 208"/>
              <a:gd name="T36" fmla="*/ 1536 h 1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08" h="1536">
                <a:moveTo>
                  <a:pt x="56" y="0"/>
                </a:moveTo>
                <a:cubicBezTo>
                  <a:pt x="132" y="68"/>
                  <a:pt x="208" y="136"/>
                  <a:pt x="200" y="192"/>
                </a:cubicBezTo>
                <a:cubicBezTo>
                  <a:pt x="192" y="248"/>
                  <a:pt x="16" y="280"/>
                  <a:pt x="8" y="336"/>
                </a:cubicBezTo>
                <a:cubicBezTo>
                  <a:pt x="0" y="392"/>
                  <a:pt x="152" y="464"/>
                  <a:pt x="152" y="528"/>
                </a:cubicBezTo>
                <a:cubicBezTo>
                  <a:pt x="152" y="592"/>
                  <a:pt x="8" y="672"/>
                  <a:pt x="8" y="720"/>
                </a:cubicBezTo>
                <a:cubicBezTo>
                  <a:pt x="8" y="768"/>
                  <a:pt x="144" y="776"/>
                  <a:pt x="152" y="816"/>
                </a:cubicBezTo>
                <a:cubicBezTo>
                  <a:pt x="160" y="856"/>
                  <a:pt x="56" y="912"/>
                  <a:pt x="56" y="960"/>
                </a:cubicBezTo>
                <a:cubicBezTo>
                  <a:pt x="56" y="1008"/>
                  <a:pt x="160" y="1056"/>
                  <a:pt x="152" y="1104"/>
                </a:cubicBezTo>
                <a:cubicBezTo>
                  <a:pt x="144" y="1152"/>
                  <a:pt x="16" y="1208"/>
                  <a:pt x="8" y="1248"/>
                </a:cubicBezTo>
                <a:cubicBezTo>
                  <a:pt x="0" y="1288"/>
                  <a:pt x="96" y="1296"/>
                  <a:pt x="104" y="1344"/>
                </a:cubicBezTo>
                <a:cubicBezTo>
                  <a:pt x="112" y="1392"/>
                  <a:pt x="40" y="1496"/>
                  <a:pt x="56" y="1536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Text Box 126"/>
          <p:cNvSpPr txBox="1">
            <a:spLocks noChangeArrowheads="1"/>
          </p:cNvSpPr>
          <p:nvPr/>
        </p:nvSpPr>
        <p:spPr bwMode="auto">
          <a:xfrm>
            <a:off x="2070100" y="5246688"/>
            <a:ext cx="3860800" cy="712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ts val="450"/>
              </a:spcBef>
              <a:buClr>
                <a:srgbClr val="00CC00"/>
              </a:buClr>
            </a:pP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Parallel Kernel (device)</a:t>
            </a:r>
            <a:r>
              <a:rPr lang="ar-SA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‏</a:t>
            </a:r>
            <a:endParaRPr lang="en-US" altLang="en-US" sz="1800" b="1" dirty="0">
              <a:solidFill>
                <a:srgbClr val="00CC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450"/>
              </a:spcBef>
              <a:buClr>
                <a:srgbClr val="00CC00"/>
              </a:buClr>
            </a:pP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KernelB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&lt;&lt;&lt; </a:t>
            </a: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nBlk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nTid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 &gt;&gt;&gt;(</a:t>
            </a:r>
            <a:r>
              <a:rPr lang="en-US" altLang="en-US" sz="1800" b="1" dirty="0" err="1">
                <a:solidFill>
                  <a:srgbClr val="00CC00"/>
                </a:solidFill>
                <a:latin typeface="Arial" panose="020B0604020202020204" pitchFamily="34" charset="0"/>
              </a:rPr>
              <a:t>args</a:t>
            </a:r>
            <a:r>
              <a:rPr lang="en-US" altLang="en-US" sz="1800" b="1" dirty="0">
                <a:solidFill>
                  <a:srgbClr val="00CC00"/>
                </a:solidFill>
                <a:latin typeface="Arial" panose="020B0604020202020204" pitchFamily="34" charset="0"/>
              </a:rPr>
              <a:t>);</a:t>
            </a:r>
          </a:p>
        </p:txBody>
      </p:sp>
      <p:sp>
        <p:nvSpPr>
          <p:cNvPr id="23564" name="Slide Number Placeholder 128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C457156-C6AB-43DF-A4E1-F3ECE0F846CB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"/>
          <p:cNvSpPr txBox="1"/>
          <p:nvPr/>
        </p:nvSpPr>
        <p:spPr>
          <a:xfrm>
            <a:off x="762000" y="-1"/>
            <a:ext cx="10820400" cy="91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buClr>
                <a:srgbClr val="000000"/>
              </a:buClr>
              <a:buSzPts val="4000"/>
              <a:buFont typeface="Arial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sym typeface="Times New Roman"/>
              </a:rPr>
              <a:t>Arrays of Parallel Threads</a:t>
            </a:r>
            <a:endParaRPr sz="4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1143000" y="1447799"/>
            <a:ext cx="6169450" cy="4932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CUDA kernel is executed as a </a:t>
            </a:r>
            <a:r>
              <a:rPr lang="en-US" sz="28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(array) of</a:t>
            </a:r>
            <a:r>
              <a:rPr lang="en-US" sz="2800" dirty="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threads </a:t>
            </a:r>
            <a:endParaRPr dirty="0"/>
          </a:p>
          <a:p>
            <a:pPr marL="973137" marR="0" lvl="1" indent="-40163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threads in a grid run the same kernel code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3138" marR="0" lvl="1" indent="-401638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Single Program Multiple Data (SPMD model)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3138" marR="0" lvl="1" indent="-401638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thread has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unique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index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it uses to compute memory addresses and make control decisions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8442750" y="2436151"/>
            <a:ext cx="241300" cy="2371726"/>
          </a:xfrm>
          <a:custGeom>
            <a:avLst/>
            <a:gdLst/>
            <a:ahLst/>
            <a:cxnLst/>
            <a:rect l="l" t="t" r="r" b="b"/>
            <a:pathLst>
              <a:path w="152" h="1893" extrusionOk="0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8823750" y="2436150"/>
            <a:ext cx="241300" cy="2370140"/>
          </a:xfrm>
          <a:custGeom>
            <a:avLst/>
            <a:gdLst/>
            <a:ahLst/>
            <a:cxnLst/>
            <a:rect l="l" t="t" r="r" b="b"/>
            <a:pathLst>
              <a:path w="152" h="1893" extrusionOk="0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9128550" y="2436150"/>
            <a:ext cx="241300" cy="2370140"/>
          </a:xfrm>
          <a:custGeom>
            <a:avLst/>
            <a:gdLst/>
            <a:ahLst/>
            <a:cxnLst/>
            <a:rect l="l" t="t" r="r" b="b"/>
            <a:pathLst>
              <a:path w="152" h="1893" extrusionOk="0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9433350" y="2436151"/>
            <a:ext cx="241300" cy="2371726"/>
          </a:xfrm>
          <a:custGeom>
            <a:avLst/>
            <a:gdLst/>
            <a:ahLst/>
            <a:cxnLst/>
            <a:rect l="l" t="t" r="r" b="b"/>
            <a:pathLst>
              <a:path w="152" h="1893" extrusionOk="0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10576350" y="2436151"/>
            <a:ext cx="241300" cy="2371726"/>
          </a:xfrm>
          <a:custGeom>
            <a:avLst/>
            <a:gdLst/>
            <a:ahLst/>
            <a:cxnLst/>
            <a:rect l="l" t="t" r="r" b="b"/>
            <a:pathLst>
              <a:path w="152" h="1893" extrusionOk="0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10271550" y="2436151"/>
            <a:ext cx="241300" cy="2371726"/>
          </a:xfrm>
          <a:custGeom>
            <a:avLst/>
            <a:gdLst/>
            <a:ahLst/>
            <a:cxnLst/>
            <a:rect l="l" t="t" r="r" b="b"/>
            <a:pathLst>
              <a:path w="152" h="1893" extrusionOk="0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8382000" y="2971800"/>
            <a:ext cx="2878200" cy="1143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threadIdx.x;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 = A[i] + B[i];</a:t>
            </a:r>
            <a:endParaRPr/>
          </a:p>
        </p:txBody>
      </p:sp>
      <p:sp>
        <p:nvSpPr>
          <p:cNvPr id="286" name="Google Shape;286;p5"/>
          <p:cNvSpPr txBox="1"/>
          <p:nvPr/>
        </p:nvSpPr>
        <p:spPr>
          <a:xfrm>
            <a:off x="9738151" y="235995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…</a:t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8214150" y="2055150"/>
            <a:ext cx="5334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0</a:t>
            </a:r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8747550" y="2055150"/>
            <a:ext cx="5334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1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9280950" y="2055150"/>
            <a:ext cx="5334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2</a:t>
            </a:r>
            <a:endParaRPr/>
          </a:p>
        </p:txBody>
      </p:sp>
      <p:sp>
        <p:nvSpPr>
          <p:cNvPr id="290" name="Google Shape;290;p5"/>
          <p:cNvSpPr/>
          <p:nvPr/>
        </p:nvSpPr>
        <p:spPr>
          <a:xfrm>
            <a:off x="9966750" y="2055150"/>
            <a:ext cx="5334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254</a:t>
            </a:r>
            <a:endParaRPr/>
          </a:p>
        </p:txBody>
      </p:sp>
      <p:sp>
        <p:nvSpPr>
          <p:cNvPr id="291" name="Google Shape;291;p5"/>
          <p:cNvSpPr/>
          <p:nvPr/>
        </p:nvSpPr>
        <p:spPr>
          <a:xfrm>
            <a:off x="10500150" y="2055150"/>
            <a:ext cx="5334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255</a:t>
            </a:r>
            <a:endParaRPr/>
          </a:p>
        </p:txBody>
      </p:sp>
      <p:sp>
        <p:nvSpPr>
          <p:cNvPr id="292" name="Google Shape;292;p5"/>
          <p:cNvSpPr txBox="1"/>
          <p:nvPr/>
        </p:nvSpPr>
        <p:spPr>
          <a:xfrm>
            <a:off x="9738151" y="426495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1200" dirty="0"/>
              <a:t>© 2020 by S. S. Lumetta</a:t>
            </a:r>
          </a:p>
        </p:txBody>
      </p:sp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53400" y="6457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847CD68-13AA-446C-B509-5137E3F89AA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>
                <a:buFont typeface="Arial" panose="020B0604020202020204" pitchFamily="34" charset="0"/>
                <a:buNone/>
              </a:pPr>
              <a:t>9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09600" y="1"/>
            <a:ext cx="10972800" cy="82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4400" dirty="0">
                <a:solidFill>
                  <a:srgbClr val="000000"/>
                </a:solidFill>
                <a:latin typeface="Arial" panose="020B0604020202020204" pitchFamily="34" charset="0"/>
              </a:rPr>
              <a:t>Logical Execution Model for CUDA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981200" y="1084004"/>
            <a:ext cx="8534400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973138" indent="-401638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Each CUDA kernel 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is executed by a 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grid</a:t>
            </a:r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endParaRPr lang="en-US" altLang="en-US" sz="2800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 3D array of 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thread blocks</a:t>
            </a:r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which are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3D arrays of 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threads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81AAB-9277-4456-BCD1-09E1610C9D5E}"/>
              </a:ext>
            </a:extLst>
          </p:cNvPr>
          <p:cNvSpPr/>
          <p:nvPr/>
        </p:nvSpPr>
        <p:spPr>
          <a:xfrm>
            <a:off x="2438400" y="3468743"/>
            <a:ext cx="1066800" cy="9906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B37772-574E-444F-9C37-D23943F69E79}"/>
              </a:ext>
            </a:extLst>
          </p:cNvPr>
          <p:cNvGrpSpPr/>
          <p:nvPr/>
        </p:nvGrpSpPr>
        <p:grpSpPr>
          <a:xfrm>
            <a:off x="3561080" y="3088655"/>
            <a:ext cx="5623560" cy="2143863"/>
            <a:chOff x="2037080" y="3088654"/>
            <a:chExt cx="5623560" cy="21438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4813DF-864D-4C46-8A7D-C77436661BFB}"/>
                </a:ext>
              </a:extLst>
            </p:cNvPr>
            <p:cNvGrpSpPr/>
            <p:nvPr/>
          </p:nvGrpSpPr>
          <p:grpSpPr>
            <a:xfrm>
              <a:off x="3667760" y="3088654"/>
              <a:ext cx="3992880" cy="1697654"/>
              <a:chOff x="3723640" y="3443343"/>
              <a:chExt cx="3992880" cy="169765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098BFFA-3328-4BFB-ABDB-D035DB2D36E0}"/>
                  </a:ext>
                </a:extLst>
              </p:cNvPr>
              <p:cNvGrpSpPr/>
              <p:nvPr/>
            </p:nvGrpSpPr>
            <p:grpSpPr>
              <a:xfrm>
                <a:off x="3723640" y="4343400"/>
                <a:ext cx="3992880" cy="797597"/>
                <a:chOff x="4693920" y="4841596"/>
                <a:chExt cx="3992880" cy="797597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BE04E153-F59A-457C-AAEC-7ECCFB0ADD4C}"/>
                    </a:ext>
                  </a:extLst>
                </p:cNvPr>
                <p:cNvGrpSpPr/>
                <p:nvPr/>
              </p:nvGrpSpPr>
              <p:grpSpPr>
                <a:xfrm>
                  <a:off x="4846320" y="4841596"/>
                  <a:ext cx="3840480" cy="640080"/>
                  <a:chOff x="3200400" y="4530534"/>
                  <a:chExt cx="3840480" cy="640080"/>
                </a:xfrm>
              </p:grpSpPr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72E2CB17-844F-47FF-B0C2-B3F02623DC6F}"/>
                      </a:ext>
                    </a:extLst>
                  </p:cNvPr>
                  <p:cNvSpPr/>
                  <p:nvPr/>
                </p:nvSpPr>
                <p:spPr>
                  <a:xfrm>
                    <a:off x="3200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34B60D01-FCD5-459F-9D28-28C6455FFE23}"/>
                      </a:ext>
                    </a:extLst>
                  </p:cNvPr>
                  <p:cNvSpPr/>
                  <p:nvPr/>
                </p:nvSpPr>
                <p:spPr>
                  <a:xfrm>
                    <a:off x="3657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BD8235A2-DA87-4746-A082-3C5B804491A6}"/>
                      </a:ext>
                    </a:extLst>
                  </p:cNvPr>
                  <p:cNvSpPr/>
                  <p:nvPr/>
                </p:nvSpPr>
                <p:spPr>
                  <a:xfrm>
                    <a:off x="4114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40E4BFE6-A286-4787-8EC2-81D1D751C479}"/>
                      </a:ext>
                    </a:extLst>
                  </p:cNvPr>
                  <p:cNvSpPr/>
                  <p:nvPr/>
                </p:nvSpPr>
                <p:spPr>
                  <a:xfrm>
                    <a:off x="45720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BCF9E7C8-7E2C-4E33-88B7-A4C62EFE4D03}"/>
                      </a:ext>
                    </a:extLst>
                  </p:cNvPr>
                  <p:cNvSpPr/>
                  <p:nvPr/>
                </p:nvSpPr>
                <p:spPr>
                  <a:xfrm>
                    <a:off x="50292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70538CD4-29B7-4F60-9B3E-DA624E5E3335}"/>
                      </a:ext>
                    </a:extLst>
                  </p:cNvPr>
                  <p:cNvSpPr/>
                  <p:nvPr/>
                </p:nvSpPr>
                <p:spPr>
                  <a:xfrm>
                    <a:off x="5486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88F989FE-0948-404A-88B7-1DFD95962E3D}"/>
                      </a:ext>
                    </a:extLst>
                  </p:cNvPr>
                  <p:cNvSpPr/>
                  <p:nvPr/>
                </p:nvSpPr>
                <p:spPr>
                  <a:xfrm>
                    <a:off x="5943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246495C7-CD74-4C39-BECE-8911A45B3978}"/>
                      </a:ext>
                    </a:extLst>
                  </p:cNvPr>
                  <p:cNvSpPr/>
                  <p:nvPr/>
                </p:nvSpPr>
                <p:spPr>
                  <a:xfrm>
                    <a:off x="6400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5E7AEDDD-1FDA-4554-8EE8-11C0ACF02C33}"/>
                    </a:ext>
                  </a:extLst>
                </p:cNvPr>
                <p:cNvSpPr/>
                <p:nvPr/>
              </p:nvSpPr>
              <p:spPr>
                <a:xfrm>
                  <a:off x="4693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297CDE1D-5A74-4D7F-8718-D4FBC5380203}"/>
                    </a:ext>
                  </a:extLst>
                </p:cNvPr>
                <p:cNvSpPr/>
                <p:nvPr/>
              </p:nvSpPr>
              <p:spPr>
                <a:xfrm>
                  <a:off x="5151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E6DB3819-EAD3-4074-936A-64AE2AC06E80}"/>
                    </a:ext>
                  </a:extLst>
                </p:cNvPr>
                <p:cNvSpPr/>
                <p:nvPr/>
              </p:nvSpPr>
              <p:spPr>
                <a:xfrm>
                  <a:off x="5608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3D9BD36A-FB5F-4DBF-A2B9-29559CEA7CA5}"/>
                    </a:ext>
                  </a:extLst>
                </p:cNvPr>
                <p:cNvSpPr/>
                <p:nvPr/>
              </p:nvSpPr>
              <p:spPr>
                <a:xfrm>
                  <a:off x="60655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D82B66CE-9ACF-4845-BAB8-D3646437C598}"/>
                    </a:ext>
                  </a:extLst>
                </p:cNvPr>
                <p:cNvSpPr/>
                <p:nvPr/>
              </p:nvSpPr>
              <p:spPr>
                <a:xfrm>
                  <a:off x="65227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9CBB7410-C8E0-4499-86BC-AA494568BE3E}"/>
                    </a:ext>
                  </a:extLst>
                </p:cNvPr>
                <p:cNvSpPr/>
                <p:nvPr/>
              </p:nvSpPr>
              <p:spPr>
                <a:xfrm>
                  <a:off x="6979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18AC9931-64F0-476B-AC1A-CBDB5D4C4E5A}"/>
                    </a:ext>
                  </a:extLst>
                </p:cNvPr>
                <p:cNvSpPr/>
                <p:nvPr/>
              </p:nvSpPr>
              <p:spPr>
                <a:xfrm>
                  <a:off x="7437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E2C0798E-3CA9-49E8-A3C4-092E96F21413}"/>
                    </a:ext>
                  </a:extLst>
                </p:cNvPr>
                <p:cNvSpPr/>
                <p:nvPr/>
              </p:nvSpPr>
              <p:spPr>
                <a:xfrm>
                  <a:off x="7894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DDA336-BFDA-440B-AABB-7152E7B228CD}"/>
                  </a:ext>
                </a:extLst>
              </p:cNvPr>
              <p:cNvGrpSpPr/>
              <p:nvPr/>
            </p:nvGrpSpPr>
            <p:grpSpPr>
              <a:xfrm>
                <a:off x="3723640" y="3443343"/>
                <a:ext cx="3992880" cy="1243811"/>
                <a:chOff x="3048000" y="4084320"/>
                <a:chExt cx="3992880" cy="1243811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2057F78-FE7C-46F5-BC1B-EC9B539F6BD6}"/>
                    </a:ext>
                  </a:extLst>
                </p:cNvPr>
                <p:cNvGrpSpPr/>
                <p:nvPr/>
              </p:nvGrpSpPr>
              <p:grpSpPr>
                <a:xfrm>
                  <a:off x="3200400" y="4084320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5B81972B-0F0A-4677-B319-A742591A27CB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" name="Cube 3">
                      <a:extLst>
                        <a:ext uri="{FF2B5EF4-FFF2-40B4-BE49-F238E27FC236}">
                          <a16:creationId xmlns:a16="http://schemas.microsoft.com/office/drawing/2014/main" id="{D12E9F1D-E1DC-4912-85E2-9678D40CB0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Cube 22">
                      <a:extLst>
                        <a:ext uri="{FF2B5EF4-FFF2-40B4-BE49-F238E27FC236}">
                          <a16:creationId xmlns:a16="http://schemas.microsoft.com/office/drawing/2014/main" id="{B14ECD2E-175F-4E28-B834-9A8B56D43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Cube 23">
                      <a:extLst>
                        <a:ext uri="{FF2B5EF4-FFF2-40B4-BE49-F238E27FC236}">
                          <a16:creationId xmlns:a16="http://schemas.microsoft.com/office/drawing/2014/main" id="{DA8EFF1B-C6F7-4E1A-871D-B428BDA0F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Cube 24">
                      <a:extLst>
                        <a:ext uri="{FF2B5EF4-FFF2-40B4-BE49-F238E27FC236}">
                          <a16:creationId xmlns:a16="http://schemas.microsoft.com/office/drawing/2014/main" id="{96E2EFB1-91FD-4C15-93C5-7EABB80B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" name="Cube 26">
                      <a:extLst>
                        <a:ext uri="{FF2B5EF4-FFF2-40B4-BE49-F238E27FC236}">
                          <a16:creationId xmlns:a16="http://schemas.microsoft.com/office/drawing/2014/main" id="{3293913C-7A5B-4F55-8F1B-C4B5463CE3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" name="Cube 25">
                      <a:extLst>
                        <a:ext uri="{FF2B5EF4-FFF2-40B4-BE49-F238E27FC236}">
                          <a16:creationId xmlns:a16="http://schemas.microsoft.com/office/drawing/2014/main" id="{6534B603-A177-4885-8FFF-475B717A9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8" name="Cube 27">
                      <a:extLst>
                        <a:ext uri="{FF2B5EF4-FFF2-40B4-BE49-F238E27FC236}">
                          <a16:creationId xmlns:a16="http://schemas.microsoft.com/office/drawing/2014/main" id="{8E74080F-E042-4A18-9792-3812504C7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" name="Cube 28">
                      <a:extLst>
                        <a:ext uri="{FF2B5EF4-FFF2-40B4-BE49-F238E27FC236}">
                          <a16:creationId xmlns:a16="http://schemas.microsoft.com/office/drawing/2014/main" id="{5150A05B-4904-4EC0-83D0-6EC98B7A9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0FAD1048-2F73-4DB3-96B9-A211589C823E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32" name="Cube 31">
                      <a:extLst>
                        <a:ext uri="{FF2B5EF4-FFF2-40B4-BE49-F238E27FC236}">
                          <a16:creationId xmlns:a16="http://schemas.microsoft.com/office/drawing/2014/main" id="{7726BCA5-B76C-42A3-AE97-1806E36E77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" name="Cube 32">
                      <a:extLst>
                        <a:ext uri="{FF2B5EF4-FFF2-40B4-BE49-F238E27FC236}">
                          <a16:creationId xmlns:a16="http://schemas.microsoft.com/office/drawing/2014/main" id="{19A6E611-6D4B-4201-9779-DADAB4FAB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4" name="Cube 33">
                      <a:extLst>
                        <a:ext uri="{FF2B5EF4-FFF2-40B4-BE49-F238E27FC236}">
                          <a16:creationId xmlns:a16="http://schemas.microsoft.com/office/drawing/2014/main" id="{BC930304-C2DF-4652-857D-B9ADD2217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" name="Cube 34">
                      <a:extLst>
                        <a:ext uri="{FF2B5EF4-FFF2-40B4-BE49-F238E27FC236}">
                          <a16:creationId xmlns:a16="http://schemas.microsoft.com/office/drawing/2014/main" id="{225E2519-AD94-40CF-AA12-D93D40061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Cube 35">
                      <a:extLst>
                        <a:ext uri="{FF2B5EF4-FFF2-40B4-BE49-F238E27FC236}">
                          <a16:creationId xmlns:a16="http://schemas.microsoft.com/office/drawing/2014/main" id="{BD4E612A-BC40-4308-9300-CC0D6BBCE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7" name="Cube 36">
                      <a:extLst>
                        <a:ext uri="{FF2B5EF4-FFF2-40B4-BE49-F238E27FC236}">
                          <a16:creationId xmlns:a16="http://schemas.microsoft.com/office/drawing/2014/main" id="{7DBAF39F-2630-40BE-A301-6A06C1952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" name="Cube 37">
                      <a:extLst>
                        <a:ext uri="{FF2B5EF4-FFF2-40B4-BE49-F238E27FC236}">
                          <a16:creationId xmlns:a16="http://schemas.microsoft.com/office/drawing/2014/main" id="{673D9C01-FC86-45B2-ADE9-FFE6B999A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Cube 38">
                      <a:extLst>
                        <a:ext uri="{FF2B5EF4-FFF2-40B4-BE49-F238E27FC236}">
                          <a16:creationId xmlns:a16="http://schemas.microsoft.com/office/drawing/2014/main" id="{79360547-1892-480A-9F2B-59121342A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195C445-9FA6-49C8-860C-0FB00CB4F630}"/>
                    </a:ext>
                  </a:extLst>
                </p:cNvPr>
                <p:cNvGrpSpPr/>
                <p:nvPr/>
              </p:nvGrpSpPr>
              <p:grpSpPr>
                <a:xfrm>
                  <a:off x="3048000" y="4241837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092F0913-F9C6-4BC9-A516-45BE75C2460F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58" name="Cube 57">
                      <a:extLst>
                        <a:ext uri="{FF2B5EF4-FFF2-40B4-BE49-F238E27FC236}">
                          <a16:creationId xmlns:a16="http://schemas.microsoft.com/office/drawing/2014/main" id="{9A59D58B-EF8F-4600-96EF-BC7DF1EF3C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" name="Cube 58">
                      <a:extLst>
                        <a:ext uri="{FF2B5EF4-FFF2-40B4-BE49-F238E27FC236}">
                          <a16:creationId xmlns:a16="http://schemas.microsoft.com/office/drawing/2014/main" id="{60B63EBF-8D1A-481C-86CA-99CA21719C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" name="Cube 59">
                      <a:extLst>
                        <a:ext uri="{FF2B5EF4-FFF2-40B4-BE49-F238E27FC236}">
                          <a16:creationId xmlns:a16="http://schemas.microsoft.com/office/drawing/2014/main" id="{CF8AC757-C212-4923-9A1C-82C873C35A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Cube 60">
                      <a:extLst>
                        <a:ext uri="{FF2B5EF4-FFF2-40B4-BE49-F238E27FC236}">
                          <a16:creationId xmlns:a16="http://schemas.microsoft.com/office/drawing/2014/main" id="{F06056BC-D894-4459-AE2A-C81B538410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" name="Cube 61">
                      <a:extLst>
                        <a:ext uri="{FF2B5EF4-FFF2-40B4-BE49-F238E27FC236}">
                          <a16:creationId xmlns:a16="http://schemas.microsoft.com/office/drawing/2014/main" id="{4B9EB5D6-5716-4706-9DDF-D45807F52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" name="Cube 62">
                      <a:extLst>
                        <a:ext uri="{FF2B5EF4-FFF2-40B4-BE49-F238E27FC236}">
                          <a16:creationId xmlns:a16="http://schemas.microsoft.com/office/drawing/2014/main" id="{2592D2C7-6337-41D5-918F-54E36E5C2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" name="Cube 63">
                      <a:extLst>
                        <a:ext uri="{FF2B5EF4-FFF2-40B4-BE49-F238E27FC236}">
                          <a16:creationId xmlns:a16="http://schemas.microsoft.com/office/drawing/2014/main" id="{A044539E-8A5A-4D64-9508-DB0935B647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" name="Cube 64">
                      <a:extLst>
                        <a:ext uri="{FF2B5EF4-FFF2-40B4-BE49-F238E27FC236}">
                          <a16:creationId xmlns:a16="http://schemas.microsoft.com/office/drawing/2014/main" id="{28B65FC1-9631-42C8-98D1-D97944EA1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74A0B284-238A-4A34-8B4E-E98EAE5D16CD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4" name="Cube 43">
                      <a:extLst>
                        <a:ext uri="{FF2B5EF4-FFF2-40B4-BE49-F238E27FC236}">
                          <a16:creationId xmlns:a16="http://schemas.microsoft.com/office/drawing/2014/main" id="{ADDCB041-D74C-4ECC-B860-2B618DD94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71472EB0-5EED-4796-AABF-106C7A2E0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49AFFA6C-1836-4CB7-BECD-297B1000E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4168151B-812D-407D-97C2-0468171CE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F3ABE12F-B42B-4338-A3D5-CCF1F699A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7A947FE8-A7C7-4E72-9724-88F56722E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" name="Cube 55">
                      <a:extLst>
                        <a:ext uri="{FF2B5EF4-FFF2-40B4-BE49-F238E27FC236}">
                          <a16:creationId xmlns:a16="http://schemas.microsoft.com/office/drawing/2014/main" id="{F88CF00A-66AC-41ED-9D5A-032D42896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7" name="Cube 56">
                      <a:extLst>
                        <a:ext uri="{FF2B5EF4-FFF2-40B4-BE49-F238E27FC236}">
                          <a16:creationId xmlns:a16="http://schemas.microsoft.com/office/drawing/2014/main" id="{E476916A-D1CD-498A-BDC9-212841BD9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16E34D-17AC-47E4-99FD-DACAA4A09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0" y="3181465"/>
              <a:ext cx="1640840" cy="39993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BE97-0516-412B-918E-0D7EF0FB18FD}"/>
                </a:ext>
              </a:extLst>
            </p:cNvPr>
            <p:cNvCxnSpPr>
              <a:cxnSpLocks/>
            </p:cNvCxnSpPr>
            <p:nvPr/>
          </p:nvCxnSpPr>
          <p:spPr>
            <a:xfrm>
              <a:off x="2037080" y="4395057"/>
              <a:ext cx="1508760" cy="37579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CE2BD9-D2B2-4437-8E42-9A3D596E241B}"/>
                </a:ext>
              </a:extLst>
            </p:cNvPr>
            <p:cNvSpPr txBox="1"/>
            <p:nvPr/>
          </p:nvSpPr>
          <p:spPr>
            <a:xfrm>
              <a:off x="3809593" y="4770852"/>
              <a:ext cx="2185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thread blocks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38DC182-31C9-4CC9-B304-A8ED40B48C6F}"/>
              </a:ext>
            </a:extLst>
          </p:cNvPr>
          <p:cNvGrpSpPr/>
          <p:nvPr/>
        </p:nvGrpSpPr>
        <p:grpSpPr>
          <a:xfrm>
            <a:off x="6809260" y="4851164"/>
            <a:ext cx="2920210" cy="1397236"/>
            <a:chOff x="5285260" y="4851164"/>
            <a:chExt cx="2920210" cy="13972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00D453-D1F1-4741-9776-99661B2266E8}"/>
                </a:ext>
              </a:extLst>
            </p:cNvPr>
            <p:cNvGrpSpPr/>
            <p:nvPr/>
          </p:nvGrpSpPr>
          <p:grpSpPr>
            <a:xfrm>
              <a:off x="6811010" y="5075874"/>
              <a:ext cx="1394460" cy="1172526"/>
              <a:chOff x="5509260" y="5247658"/>
              <a:chExt cx="1394460" cy="117252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1416485-3A26-429E-BBDD-F5C499B719F2}"/>
                  </a:ext>
                </a:extLst>
              </p:cNvPr>
              <p:cNvGrpSpPr/>
              <p:nvPr/>
            </p:nvGrpSpPr>
            <p:grpSpPr>
              <a:xfrm>
                <a:off x="5669280" y="5247658"/>
                <a:ext cx="1234440" cy="1017347"/>
                <a:chOff x="5669280" y="5247658"/>
                <a:chExt cx="1234440" cy="1017347"/>
              </a:xfrm>
            </p:grpSpPr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692E938F-1BA8-4A59-B6D1-9E64DD0FF0C1}"/>
                    </a:ext>
                  </a:extLst>
                </p:cNvPr>
                <p:cNvSpPr/>
                <p:nvPr/>
              </p:nvSpPr>
              <p:spPr>
                <a:xfrm>
                  <a:off x="56692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1DCB1179-D041-498F-A0EF-4F65E76C546B}"/>
                    </a:ext>
                  </a:extLst>
                </p:cNvPr>
                <p:cNvSpPr/>
                <p:nvPr/>
              </p:nvSpPr>
              <p:spPr>
                <a:xfrm>
                  <a:off x="58978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1A64BFA6-E0C1-4109-A34C-4947DC87FE7F}"/>
                    </a:ext>
                  </a:extLst>
                </p:cNvPr>
                <p:cNvSpPr/>
                <p:nvPr/>
              </p:nvSpPr>
              <p:spPr>
                <a:xfrm>
                  <a:off x="61264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7E0E4EB5-230C-43EB-8C73-4557D69FA2E9}"/>
                    </a:ext>
                  </a:extLst>
                </p:cNvPr>
                <p:cNvSpPr/>
                <p:nvPr/>
              </p:nvSpPr>
              <p:spPr>
                <a:xfrm>
                  <a:off x="63550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4F2B05DB-3B5B-4F31-89AA-7D7AD6E71855}"/>
                    </a:ext>
                  </a:extLst>
                </p:cNvPr>
                <p:cNvSpPr/>
                <p:nvPr/>
              </p:nvSpPr>
              <p:spPr>
                <a:xfrm>
                  <a:off x="56692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Cube 114">
                  <a:extLst>
                    <a:ext uri="{FF2B5EF4-FFF2-40B4-BE49-F238E27FC236}">
                      <a16:creationId xmlns:a16="http://schemas.microsoft.com/office/drawing/2014/main" id="{EA2E55BC-8590-4C1D-A137-10510B83AE14}"/>
                    </a:ext>
                  </a:extLst>
                </p:cNvPr>
                <p:cNvSpPr/>
                <p:nvPr/>
              </p:nvSpPr>
              <p:spPr>
                <a:xfrm>
                  <a:off x="58978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93C0D2A8-716A-4D81-A347-938C98EC53E7}"/>
                    </a:ext>
                  </a:extLst>
                </p:cNvPr>
                <p:cNvSpPr/>
                <p:nvPr/>
              </p:nvSpPr>
              <p:spPr>
                <a:xfrm>
                  <a:off x="61264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Cube 116">
                  <a:extLst>
                    <a:ext uri="{FF2B5EF4-FFF2-40B4-BE49-F238E27FC236}">
                      <a16:creationId xmlns:a16="http://schemas.microsoft.com/office/drawing/2014/main" id="{F8AD41A5-6EDB-40BE-AA42-FA9A7B496113}"/>
                    </a:ext>
                  </a:extLst>
                </p:cNvPr>
                <p:cNvSpPr/>
                <p:nvPr/>
              </p:nvSpPr>
              <p:spPr>
                <a:xfrm>
                  <a:off x="63550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Cube 125">
                  <a:extLst>
                    <a:ext uri="{FF2B5EF4-FFF2-40B4-BE49-F238E27FC236}">
                      <a16:creationId xmlns:a16="http://schemas.microsoft.com/office/drawing/2014/main" id="{8DD14328-FB65-4887-AA97-0D24ACA5C707}"/>
                    </a:ext>
                  </a:extLst>
                </p:cNvPr>
                <p:cNvSpPr/>
                <p:nvPr/>
              </p:nvSpPr>
              <p:spPr>
                <a:xfrm>
                  <a:off x="56692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Cube 126">
                  <a:extLst>
                    <a:ext uri="{FF2B5EF4-FFF2-40B4-BE49-F238E27FC236}">
                      <a16:creationId xmlns:a16="http://schemas.microsoft.com/office/drawing/2014/main" id="{413F1EDD-4526-4095-B734-0E9C6268E0FE}"/>
                    </a:ext>
                  </a:extLst>
                </p:cNvPr>
                <p:cNvSpPr/>
                <p:nvPr/>
              </p:nvSpPr>
              <p:spPr>
                <a:xfrm>
                  <a:off x="58978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Cube 127">
                  <a:extLst>
                    <a:ext uri="{FF2B5EF4-FFF2-40B4-BE49-F238E27FC236}">
                      <a16:creationId xmlns:a16="http://schemas.microsoft.com/office/drawing/2014/main" id="{B700C65F-EF7D-482B-8045-10F30E620FB5}"/>
                    </a:ext>
                  </a:extLst>
                </p:cNvPr>
                <p:cNvSpPr/>
                <p:nvPr/>
              </p:nvSpPr>
              <p:spPr>
                <a:xfrm>
                  <a:off x="61264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Cube 128">
                  <a:extLst>
                    <a:ext uri="{FF2B5EF4-FFF2-40B4-BE49-F238E27FC236}">
                      <a16:creationId xmlns:a16="http://schemas.microsoft.com/office/drawing/2014/main" id="{1A9FC548-F3CA-47E4-BE90-7900C32C6787}"/>
                    </a:ext>
                  </a:extLst>
                </p:cNvPr>
                <p:cNvSpPr/>
                <p:nvPr/>
              </p:nvSpPr>
              <p:spPr>
                <a:xfrm>
                  <a:off x="63550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Cube 121">
                  <a:extLst>
                    <a:ext uri="{FF2B5EF4-FFF2-40B4-BE49-F238E27FC236}">
                      <a16:creationId xmlns:a16="http://schemas.microsoft.com/office/drawing/2014/main" id="{3ED1DAC2-A939-40D3-B979-2419FD4D1AE2}"/>
                    </a:ext>
                  </a:extLst>
                </p:cNvPr>
                <p:cNvSpPr/>
                <p:nvPr/>
              </p:nvSpPr>
              <p:spPr>
                <a:xfrm>
                  <a:off x="56692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AA9E217A-6151-42BB-86B4-8C2BEC12D3BF}"/>
                    </a:ext>
                  </a:extLst>
                </p:cNvPr>
                <p:cNvSpPr/>
                <p:nvPr/>
              </p:nvSpPr>
              <p:spPr>
                <a:xfrm>
                  <a:off x="58978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DB797417-E392-41F2-BD0D-6B2C742F2EF3}"/>
                    </a:ext>
                  </a:extLst>
                </p:cNvPr>
                <p:cNvSpPr/>
                <p:nvPr/>
              </p:nvSpPr>
              <p:spPr>
                <a:xfrm>
                  <a:off x="61264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Cube 124">
                  <a:extLst>
                    <a:ext uri="{FF2B5EF4-FFF2-40B4-BE49-F238E27FC236}">
                      <a16:creationId xmlns:a16="http://schemas.microsoft.com/office/drawing/2014/main" id="{14DD006F-5576-46E4-BC80-0B07190681D6}"/>
                    </a:ext>
                  </a:extLst>
                </p:cNvPr>
                <p:cNvSpPr/>
                <p:nvPr/>
              </p:nvSpPr>
              <p:spPr>
                <a:xfrm>
                  <a:off x="63550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Cube 136">
                  <a:extLst>
                    <a:ext uri="{FF2B5EF4-FFF2-40B4-BE49-F238E27FC236}">
                      <a16:creationId xmlns:a16="http://schemas.microsoft.com/office/drawing/2014/main" id="{AA1D0148-A31D-4538-BCB4-C74B72FC49FC}"/>
                    </a:ext>
                  </a:extLst>
                </p:cNvPr>
                <p:cNvSpPr/>
                <p:nvPr/>
              </p:nvSpPr>
              <p:spPr>
                <a:xfrm>
                  <a:off x="6583680" y="59449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Cube 132">
                  <a:extLst>
                    <a:ext uri="{FF2B5EF4-FFF2-40B4-BE49-F238E27FC236}">
                      <a16:creationId xmlns:a16="http://schemas.microsoft.com/office/drawing/2014/main" id="{B54AB74E-2295-4139-BEAC-87C77B732ED4}"/>
                    </a:ext>
                  </a:extLst>
                </p:cNvPr>
                <p:cNvSpPr/>
                <p:nvPr/>
              </p:nvSpPr>
              <p:spPr>
                <a:xfrm>
                  <a:off x="6583680" y="57163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Cube 147">
                  <a:extLst>
                    <a:ext uri="{FF2B5EF4-FFF2-40B4-BE49-F238E27FC236}">
                      <a16:creationId xmlns:a16="http://schemas.microsoft.com/office/drawing/2014/main" id="{5D97503E-73F4-4D52-83D5-D776F700955B}"/>
                    </a:ext>
                  </a:extLst>
                </p:cNvPr>
                <p:cNvSpPr/>
                <p:nvPr/>
              </p:nvSpPr>
              <p:spPr>
                <a:xfrm>
                  <a:off x="6583680" y="54776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Cube 143">
                  <a:extLst>
                    <a:ext uri="{FF2B5EF4-FFF2-40B4-BE49-F238E27FC236}">
                      <a16:creationId xmlns:a16="http://schemas.microsoft.com/office/drawing/2014/main" id="{14118F89-36FF-4AEA-B0F9-BBCA23D07976}"/>
                    </a:ext>
                  </a:extLst>
                </p:cNvPr>
                <p:cNvSpPr/>
                <p:nvPr/>
              </p:nvSpPr>
              <p:spPr>
                <a:xfrm>
                  <a:off x="6583680" y="52490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24BD8744-3D8F-4831-BA2E-AEC3F023ADEC}"/>
                  </a:ext>
                </a:extLst>
              </p:cNvPr>
              <p:cNvGrpSpPr/>
              <p:nvPr/>
            </p:nvGrpSpPr>
            <p:grpSpPr>
              <a:xfrm>
                <a:off x="5596128" y="5321808"/>
                <a:ext cx="1234440" cy="1017347"/>
                <a:chOff x="5669280" y="5247658"/>
                <a:chExt cx="1234440" cy="1017347"/>
              </a:xfrm>
            </p:grpSpPr>
            <p:sp>
              <p:nvSpPr>
                <p:cNvPr id="154" name="Cube 153">
                  <a:extLst>
                    <a:ext uri="{FF2B5EF4-FFF2-40B4-BE49-F238E27FC236}">
                      <a16:creationId xmlns:a16="http://schemas.microsoft.com/office/drawing/2014/main" id="{AC3D4A72-AA4E-4695-B426-98DC1B64CAE9}"/>
                    </a:ext>
                  </a:extLst>
                </p:cNvPr>
                <p:cNvSpPr/>
                <p:nvPr/>
              </p:nvSpPr>
              <p:spPr>
                <a:xfrm>
                  <a:off x="56692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Cube 154">
                  <a:extLst>
                    <a:ext uri="{FF2B5EF4-FFF2-40B4-BE49-F238E27FC236}">
                      <a16:creationId xmlns:a16="http://schemas.microsoft.com/office/drawing/2014/main" id="{69D8F322-AC75-45EE-B556-496C56917847}"/>
                    </a:ext>
                  </a:extLst>
                </p:cNvPr>
                <p:cNvSpPr/>
                <p:nvPr/>
              </p:nvSpPr>
              <p:spPr>
                <a:xfrm>
                  <a:off x="58978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Cube 155">
                  <a:extLst>
                    <a:ext uri="{FF2B5EF4-FFF2-40B4-BE49-F238E27FC236}">
                      <a16:creationId xmlns:a16="http://schemas.microsoft.com/office/drawing/2014/main" id="{7EB06FEA-2F1A-44AF-BFA7-6C8A100AC5DF}"/>
                    </a:ext>
                  </a:extLst>
                </p:cNvPr>
                <p:cNvSpPr/>
                <p:nvPr/>
              </p:nvSpPr>
              <p:spPr>
                <a:xfrm>
                  <a:off x="61264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Cube 156">
                  <a:extLst>
                    <a:ext uri="{FF2B5EF4-FFF2-40B4-BE49-F238E27FC236}">
                      <a16:creationId xmlns:a16="http://schemas.microsoft.com/office/drawing/2014/main" id="{3E8719AA-3951-4174-A007-BC2C1EE5E933}"/>
                    </a:ext>
                  </a:extLst>
                </p:cNvPr>
                <p:cNvSpPr/>
                <p:nvPr/>
              </p:nvSpPr>
              <p:spPr>
                <a:xfrm>
                  <a:off x="63550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Cube 157">
                  <a:extLst>
                    <a:ext uri="{FF2B5EF4-FFF2-40B4-BE49-F238E27FC236}">
                      <a16:creationId xmlns:a16="http://schemas.microsoft.com/office/drawing/2014/main" id="{20EC8F33-ECAB-442B-8906-EA7B5879A998}"/>
                    </a:ext>
                  </a:extLst>
                </p:cNvPr>
                <p:cNvSpPr/>
                <p:nvPr/>
              </p:nvSpPr>
              <p:spPr>
                <a:xfrm>
                  <a:off x="56692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Cube 158">
                  <a:extLst>
                    <a:ext uri="{FF2B5EF4-FFF2-40B4-BE49-F238E27FC236}">
                      <a16:creationId xmlns:a16="http://schemas.microsoft.com/office/drawing/2014/main" id="{1359CAFB-20B8-460E-AD85-A495CD3DF381}"/>
                    </a:ext>
                  </a:extLst>
                </p:cNvPr>
                <p:cNvSpPr/>
                <p:nvPr/>
              </p:nvSpPr>
              <p:spPr>
                <a:xfrm>
                  <a:off x="58978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Cube 159">
                  <a:extLst>
                    <a:ext uri="{FF2B5EF4-FFF2-40B4-BE49-F238E27FC236}">
                      <a16:creationId xmlns:a16="http://schemas.microsoft.com/office/drawing/2014/main" id="{6B599544-9471-43F7-A5EB-3F757961C684}"/>
                    </a:ext>
                  </a:extLst>
                </p:cNvPr>
                <p:cNvSpPr/>
                <p:nvPr/>
              </p:nvSpPr>
              <p:spPr>
                <a:xfrm>
                  <a:off x="61264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Cube 160">
                  <a:extLst>
                    <a:ext uri="{FF2B5EF4-FFF2-40B4-BE49-F238E27FC236}">
                      <a16:creationId xmlns:a16="http://schemas.microsoft.com/office/drawing/2014/main" id="{9A454908-F1CD-4BE1-B88E-B55918A61AF6}"/>
                    </a:ext>
                  </a:extLst>
                </p:cNvPr>
                <p:cNvSpPr/>
                <p:nvPr/>
              </p:nvSpPr>
              <p:spPr>
                <a:xfrm>
                  <a:off x="63550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Cube 161">
                  <a:extLst>
                    <a:ext uri="{FF2B5EF4-FFF2-40B4-BE49-F238E27FC236}">
                      <a16:creationId xmlns:a16="http://schemas.microsoft.com/office/drawing/2014/main" id="{E39498AC-C1EE-44CB-86C7-62E9B0284369}"/>
                    </a:ext>
                  </a:extLst>
                </p:cNvPr>
                <p:cNvSpPr/>
                <p:nvPr/>
              </p:nvSpPr>
              <p:spPr>
                <a:xfrm>
                  <a:off x="56692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Cube 162">
                  <a:extLst>
                    <a:ext uri="{FF2B5EF4-FFF2-40B4-BE49-F238E27FC236}">
                      <a16:creationId xmlns:a16="http://schemas.microsoft.com/office/drawing/2014/main" id="{37F83C66-CE96-40F6-BD74-82E4DF75235C}"/>
                    </a:ext>
                  </a:extLst>
                </p:cNvPr>
                <p:cNvSpPr/>
                <p:nvPr/>
              </p:nvSpPr>
              <p:spPr>
                <a:xfrm>
                  <a:off x="58978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Cube 163">
                  <a:extLst>
                    <a:ext uri="{FF2B5EF4-FFF2-40B4-BE49-F238E27FC236}">
                      <a16:creationId xmlns:a16="http://schemas.microsoft.com/office/drawing/2014/main" id="{3923BD52-8749-4A3D-B9B0-7155DACDF429}"/>
                    </a:ext>
                  </a:extLst>
                </p:cNvPr>
                <p:cNvSpPr/>
                <p:nvPr/>
              </p:nvSpPr>
              <p:spPr>
                <a:xfrm>
                  <a:off x="61264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Cube 164">
                  <a:extLst>
                    <a:ext uri="{FF2B5EF4-FFF2-40B4-BE49-F238E27FC236}">
                      <a16:creationId xmlns:a16="http://schemas.microsoft.com/office/drawing/2014/main" id="{2F722DF3-B6F1-4917-A2C4-67A3E9DE044A}"/>
                    </a:ext>
                  </a:extLst>
                </p:cNvPr>
                <p:cNvSpPr/>
                <p:nvPr/>
              </p:nvSpPr>
              <p:spPr>
                <a:xfrm>
                  <a:off x="63550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Cube 165">
                  <a:extLst>
                    <a:ext uri="{FF2B5EF4-FFF2-40B4-BE49-F238E27FC236}">
                      <a16:creationId xmlns:a16="http://schemas.microsoft.com/office/drawing/2014/main" id="{9BE62ABB-127C-4675-B3BF-7E37EFA8959E}"/>
                    </a:ext>
                  </a:extLst>
                </p:cNvPr>
                <p:cNvSpPr/>
                <p:nvPr/>
              </p:nvSpPr>
              <p:spPr>
                <a:xfrm>
                  <a:off x="56692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Cube 166">
                  <a:extLst>
                    <a:ext uri="{FF2B5EF4-FFF2-40B4-BE49-F238E27FC236}">
                      <a16:creationId xmlns:a16="http://schemas.microsoft.com/office/drawing/2014/main" id="{5D43065F-A2FD-4D30-92B3-1F16F436E647}"/>
                    </a:ext>
                  </a:extLst>
                </p:cNvPr>
                <p:cNvSpPr/>
                <p:nvPr/>
              </p:nvSpPr>
              <p:spPr>
                <a:xfrm>
                  <a:off x="58978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Cube 167">
                  <a:extLst>
                    <a:ext uri="{FF2B5EF4-FFF2-40B4-BE49-F238E27FC236}">
                      <a16:creationId xmlns:a16="http://schemas.microsoft.com/office/drawing/2014/main" id="{8C16262D-35AF-4D43-A200-B0D9E4AA649C}"/>
                    </a:ext>
                  </a:extLst>
                </p:cNvPr>
                <p:cNvSpPr/>
                <p:nvPr/>
              </p:nvSpPr>
              <p:spPr>
                <a:xfrm>
                  <a:off x="61264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Cube 168">
                  <a:extLst>
                    <a:ext uri="{FF2B5EF4-FFF2-40B4-BE49-F238E27FC236}">
                      <a16:creationId xmlns:a16="http://schemas.microsoft.com/office/drawing/2014/main" id="{31FFCB71-BF6A-46AC-9845-E311B3027B03}"/>
                    </a:ext>
                  </a:extLst>
                </p:cNvPr>
                <p:cNvSpPr/>
                <p:nvPr/>
              </p:nvSpPr>
              <p:spPr>
                <a:xfrm>
                  <a:off x="63550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Cube 169">
                  <a:extLst>
                    <a:ext uri="{FF2B5EF4-FFF2-40B4-BE49-F238E27FC236}">
                      <a16:creationId xmlns:a16="http://schemas.microsoft.com/office/drawing/2014/main" id="{EEF30383-F52D-47D1-9119-2147F6F1EB33}"/>
                    </a:ext>
                  </a:extLst>
                </p:cNvPr>
                <p:cNvSpPr/>
                <p:nvPr/>
              </p:nvSpPr>
              <p:spPr>
                <a:xfrm>
                  <a:off x="6583680" y="59449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Cube 170">
                  <a:extLst>
                    <a:ext uri="{FF2B5EF4-FFF2-40B4-BE49-F238E27FC236}">
                      <a16:creationId xmlns:a16="http://schemas.microsoft.com/office/drawing/2014/main" id="{21FF261D-F579-4F06-956F-646B5EA1C855}"/>
                    </a:ext>
                  </a:extLst>
                </p:cNvPr>
                <p:cNvSpPr/>
                <p:nvPr/>
              </p:nvSpPr>
              <p:spPr>
                <a:xfrm>
                  <a:off x="6583680" y="57163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Cube 171">
                  <a:extLst>
                    <a:ext uri="{FF2B5EF4-FFF2-40B4-BE49-F238E27FC236}">
                      <a16:creationId xmlns:a16="http://schemas.microsoft.com/office/drawing/2014/main" id="{C611D9B4-1C43-40D5-8E51-87C8EE1B0410}"/>
                    </a:ext>
                  </a:extLst>
                </p:cNvPr>
                <p:cNvSpPr/>
                <p:nvPr/>
              </p:nvSpPr>
              <p:spPr>
                <a:xfrm>
                  <a:off x="6583680" y="54776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Cube 172">
                  <a:extLst>
                    <a:ext uri="{FF2B5EF4-FFF2-40B4-BE49-F238E27FC236}">
                      <a16:creationId xmlns:a16="http://schemas.microsoft.com/office/drawing/2014/main" id="{6F0981A9-2B9B-45A1-B15D-20EE714DCC59}"/>
                    </a:ext>
                  </a:extLst>
                </p:cNvPr>
                <p:cNvSpPr/>
                <p:nvPr/>
              </p:nvSpPr>
              <p:spPr>
                <a:xfrm>
                  <a:off x="6583680" y="52490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7588EB84-9E23-4F5B-A465-A2FD8ED7632A}"/>
                  </a:ext>
                </a:extLst>
              </p:cNvPr>
              <p:cNvGrpSpPr/>
              <p:nvPr/>
            </p:nvGrpSpPr>
            <p:grpSpPr>
              <a:xfrm>
                <a:off x="5509260" y="5402837"/>
                <a:ext cx="1234440" cy="1017347"/>
                <a:chOff x="5669280" y="5247658"/>
                <a:chExt cx="1234440" cy="1017347"/>
              </a:xfrm>
            </p:grpSpPr>
            <p:sp>
              <p:nvSpPr>
                <p:cNvPr id="175" name="Cube 174">
                  <a:extLst>
                    <a:ext uri="{FF2B5EF4-FFF2-40B4-BE49-F238E27FC236}">
                      <a16:creationId xmlns:a16="http://schemas.microsoft.com/office/drawing/2014/main" id="{2DA7C4E7-0C45-465C-AD27-01B2C7D70840}"/>
                    </a:ext>
                  </a:extLst>
                </p:cNvPr>
                <p:cNvSpPr/>
                <p:nvPr/>
              </p:nvSpPr>
              <p:spPr>
                <a:xfrm>
                  <a:off x="56692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Cube 175">
                  <a:extLst>
                    <a:ext uri="{FF2B5EF4-FFF2-40B4-BE49-F238E27FC236}">
                      <a16:creationId xmlns:a16="http://schemas.microsoft.com/office/drawing/2014/main" id="{0D36775F-992C-4D31-AE89-24C2AA080278}"/>
                    </a:ext>
                  </a:extLst>
                </p:cNvPr>
                <p:cNvSpPr/>
                <p:nvPr/>
              </p:nvSpPr>
              <p:spPr>
                <a:xfrm>
                  <a:off x="58978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Cube 176">
                  <a:extLst>
                    <a:ext uri="{FF2B5EF4-FFF2-40B4-BE49-F238E27FC236}">
                      <a16:creationId xmlns:a16="http://schemas.microsoft.com/office/drawing/2014/main" id="{1362216F-7E4B-48F9-A985-ECB511A9935B}"/>
                    </a:ext>
                  </a:extLst>
                </p:cNvPr>
                <p:cNvSpPr/>
                <p:nvPr/>
              </p:nvSpPr>
              <p:spPr>
                <a:xfrm>
                  <a:off x="61264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Cube 177">
                  <a:extLst>
                    <a:ext uri="{FF2B5EF4-FFF2-40B4-BE49-F238E27FC236}">
                      <a16:creationId xmlns:a16="http://schemas.microsoft.com/office/drawing/2014/main" id="{BA56018E-10D4-46C1-850E-177BC3D22249}"/>
                    </a:ext>
                  </a:extLst>
                </p:cNvPr>
                <p:cNvSpPr/>
                <p:nvPr/>
              </p:nvSpPr>
              <p:spPr>
                <a:xfrm>
                  <a:off x="63550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Cube 178">
                  <a:extLst>
                    <a:ext uri="{FF2B5EF4-FFF2-40B4-BE49-F238E27FC236}">
                      <a16:creationId xmlns:a16="http://schemas.microsoft.com/office/drawing/2014/main" id="{FFA6E6D5-EC66-42FE-86FC-14186E17A051}"/>
                    </a:ext>
                  </a:extLst>
                </p:cNvPr>
                <p:cNvSpPr/>
                <p:nvPr/>
              </p:nvSpPr>
              <p:spPr>
                <a:xfrm>
                  <a:off x="56692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Cube 179">
                  <a:extLst>
                    <a:ext uri="{FF2B5EF4-FFF2-40B4-BE49-F238E27FC236}">
                      <a16:creationId xmlns:a16="http://schemas.microsoft.com/office/drawing/2014/main" id="{32745B87-4514-4E4E-B77F-789BFA1F67B6}"/>
                    </a:ext>
                  </a:extLst>
                </p:cNvPr>
                <p:cNvSpPr/>
                <p:nvPr/>
              </p:nvSpPr>
              <p:spPr>
                <a:xfrm>
                  <a:off x="58978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Cube 180">
                  <a:extLst>
                    <a:ext uri="{FF2B5EF4-FFF2-40B4-BE49-F238E27FC236}">
                      <a16:creationId xmlns:a16="http://schemas.microsoft.com/office/drawing/2014/main" id="{B7E2B0F4-163D-456D-8995-30E320DD2802}"/>
                    </a:ext>
                  </a:extLst>
                </p:cNvPr>
                <p:cNvSpPr/>
                <p:nvPr/>
              </p:nvSpPr>
              <p:spPr>
                <a:xfrm>
                  <a:off x="61264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Cube 181">
                  <a:extLst>
                    <a:ext uri="{FF2B5EF4-FFF2-40B4-BE49-F238E27FC236}">
                      <a16:creationId xmlns:a16="http://schemas.microsoft.com/office/drawing/2014/main" id="{CA2FFED5-BF6D-4B43-AB9B-C0C15946E7D2}"/>
                    </a:ext>
                  </a:extLst>
                </p:cNvPr>
                <p:cNvSpPr/>
                <p:nvPr/>
              </p:nvSpPr>
              <p:spPr>
                <a:xfrm>
                  <a:off x="63550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Cube 182">
                  <a:extLst>
                    <a:ext uri="{FF2B5EF4-FFF2-40B4-BE49-F238E27FC236}">
                      <a16:creationId xmlns:a16="http://schemas.microsoft.com/office/drawing/2014/main" id="{774AA099-21C8-4DB5-8872-56555BBB3C4C}"/>
                    </a:ext>
                  </a:extLst>
                </p:cNvPr>
                <p:cNvSpPr/>
                <p:nvPr/>
              </p:nvSpPr>
              <p:spPr>
                <a:xfrm>
                  <a:off x="56692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Cube 183">
                  <a:extLst>
                    <a:ext uri="{FF2B5EF4-FFF2-40B4-BE49-F238E27FC236}">
                      <a16:creationId xmlns:a16="http://schemas.microsoft.com/office/drawing/2014/main" id="{0D094430-88FE-4FCC-8DA7-F4EE420A9CA9}"/>
                    </a:ext>
                  </a:extLst>
                </p:cNvPr>
                <p:cNvSpPr/>
                <p:nvPr/>
              </p:nvSpPr>
              <p:spPr>
                <a:xfrm>
                  <a:off x="58978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Cube 184">
                  <a:extLst>
                    <a:ext uri="{FF2B5EF4-FFF2-40B4-BE49-F238E27FC236}">
                      <a16:creationId xmlns:a16="http://schemas.microsoft.com/office/drawing/2014/main" id="{3A7768F0-CC0D-4DFE-B7D9-422327931207}"/>
                    </a:ext>
                  </a:extLst>
                </p:cNvPr>
                <p:cNvSpPr/>
                <p:nvPr/>
              </p:nvSpPr>
              <p:spPr>
                <a:xfrm>
                  <a:off x="61264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Cube 185">
                  <a:extLst>
                    <a:ext uri="{FF2B5EF4-FFF2-40B4-BE49-F238E27FC236}">
                      <a16:creationId xmlns:a16="http://schemas.microsoft.com/office/drawing/2014/main" id="{81A13DE4-CBE8-4363-BFFB-1AA15A3BA1FC}"/>
                    </a:ext>
                  </a:extLst>
                </p:cNvPr>
                <p:cNvSpPr/>
                <p:nvPr/>
              </p:nvSpPr>
              <p:spPr>
                <a:xfrm>
                  <a:off x="63550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Cube 186">
                  <a:extLst>
                    <a:ext uri="{FF2B5EF4-FFF2-40B4-BE49-F238E27FC236}">
                      <a16:creationId xmlns:a16="http://schemas.microsoft.com/office/drawing/2014/main" id="{C2A2A20A-19A8-44C8-BC68-7C3C2200DB91}"/>
                    </a:ext>
                  </a:extLst>
                </p:cNvPr>
                <p:cNvSpPr/>
                <p:nvPr/>
              </p:nvSpPr>
              <p:spPr>
                <a:xfrm>
                  <a:off x="56692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Cube 187">
                  <a:extLst>
                    <a:ext uri="{FF2B5EF4-FFF2-40B4-BE49-F238E27FC236}">
                      <a16:creationId xmlns:a16="http://schemas.microsoft.com/office/drawing/2014/main" id="{33E5B682-8299-4ACE-9516-AA3418E5B6F1}"/>
                    </a:ext>
                  </a:extLst>
                </p:cNvPr>
                <p:cNvSpPr/>
                <p:nvPr/>
              </p:nvSpPr>
              <p:spPr>
                <a:xfrm>
                  <a:off x="58978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Cube 188">
                  <a:extLst>
                    <a:ext uri="{FF2B5EF4-FFF2-40B4-BE49-F238E27FC236}">
                      <a16:creationId xmlns:a16="http://schemas.microsoft.com/office/drawing/2014/main" id="{EBC355C1-821F-4A38-AEFD-2AF97333D8F3}"/>
                    </a:ext>
                  </a:extLst>
                </p:cNvPr>
                <p:cNvSpPr/>
                <p:nvPr/>
              </p:nvSpPr>
              <p:spPr>
                <a:xfrm>
                  <a:off x="61264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Cube 189">
                  <a:extLst>
                    <a:ext uri="{FF2B5EF4-FFF2-40B4-BE49-F238E27FC236}">
                      <a16:creationId xmlns:a16="http://schemas.microsoft.com/office/drawing/2014/main" id="{5ADDB471-FAC6-4BD9-A79C-18D2E2CDA811}"/>
                    </a:ext>
                  </a:extLst>
                </p:cNvPr>
                <p:cNvSpPr/>
                <p:nvPr/>
              </p:nvSpPr>
              <p:spPr>
                <a:xfrm>
                  <a:off x="63550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Cube 190">
                  <a:extLst>
                    <a:ext uri="{FF2B5EF4-FFF2-40B4-BE49-F238E27FC236}">
                      <a16:creationId xmlns:a16="http://schemas.microsoft.com/office/drawing/2014/main" id="{7D5D9570-F225-4EC9-BFC6-9749990360ED}"/>
                    </a:ext>
                  </a:extLst>
                </p:cNvPr>
                <p:cNvSpPr/>
                <p:nvPr/>
              </p:nvSpPr>
              <p:spPr>
                <a:xfrm>
                  <a:off x="6583680" y="59449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Cube 191">
                  <a:extLst>
                    <a:ext uri="{FF2B5EF4-FFF2-40B4-BE49-F238E27FC236}">
                      <a16:creationId xmlns:a16="http://schemas.microsoft.com/office/drawing/2014/main" id="{212719F3-907E-4628-932E-4E04B52D5798}"/>
                    </a:ext>
                  </a:extLst>
                </p:cNvPr>
                <p:cNvSpPr/>
                <p:nvPr/>
              </p:nvSpPr>
              <p:spPr>
                <a:xfrm>
                  <a:off x="6583680" y="57163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Cube 192">
                  <a:extLst>
                    <a:ext uri="{FF2B5EF4-FFF2-40B4-BE49-F238E27FC236}">
                      <a16:creationId xmlns:a16="http://schemas.microsoft.com/office/drawing/2014/main" id="{E39BE4D7-219B-4A73-A890-FED4622F6A4F}"/>
                    </a:ext>
                  </a:extLst>
                </p:cNvPr>
                <p:cNvSpPr/>
                <p:nvPr/>
              </p:nvSpPr>
              <p:spPr>
                <a:xfrm>
                  <a:off x="6583680" y="54776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Cube 193">
                  <a:extLst>
                    <a:ext uri="{FF2B5EF4-FFF2-40B4-BE49-F238E27FC236}">
                      <a16:creationId xmlns:a16="http://schemas.microsoft.com/office/drawing/2014/main" id="{3A59A7E4-35EC-4B0D-AD63-76FD2931BC17}"/>
                    </a:ext>
                  </a:extLst>
                </p:cNvPr>
                <p:cNvSpPr/>
                <p:nvPr/>
              </p:nvSpPr>
              <p:spPr>
                <a:xfrm>
                  <a:off x="6583680" y="52490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86CB20AC-65AD-4EAC-8C8F-FBE40521C69D}"/>
                </a:ext>
              </a:extLst>
            </p:cNvPr>
            <p:cNvSpPr txBox="1"/>
            <p:nvPr/>
          </p:nvSpPr>
          <p:spPr>
            <a:xfrm>
              <a:off x="5285260" y="5726285"/>
              <a:ext cx="1297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threads</a:t>
              </a:r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8634FE2-C673-45C1-9CCF-3C388D895FBE}"/>
                </a:ext>
              </a:extLst>
            </p:cNvPr>
            <p:cNvCxnSpPr>
              <a:cxnSpLocks/>
            </p:cNvCxnSpPr>
            <p:nvPr/>
          </p:nvCxnSpPr>
          <p:spPr>
            <a:xfrm>
              <a:off x="6895338" y="4851164"/>
              <a:ext cx="1150112" cy="155813"/>
            </a:xfrm>
            <a:prstGeom prst="line">
              <a:avLst/>
            </a:prstGeom>
            <a:ln w="76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E9FC7CB-A47C-4F28-AF98-9E294A78CEFF}"/>
                </a:ext>
              </a:extLst>
            </p:cNvPr>
            <p:cNvCxnSpPr>
              <a:cxnSpLocks/>
            </p:cNvCxnSpPr>
            <p:nvPr/>
          </p:nvCxnSpPr>
          <p:spPr>
            <a:xfrm>
              <a:off x="6413754" y="4880954"/>
              <a:ext cx="317246" cy="1318467"/>
            </a:xfrm>
            <a:prstGeom prst="line">
              <a:avLst/>
            </a:prstGeom>
            <a:ln w="76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3278FFCB-6BD0-4D58-BB4A-C2FC9266C616}"/>
              </a:ext>
            </a:extLst>
          </p:cNvPr>
          <p:cNvSpPr txBox="1"/>
          <p:nvPr/>
        </p:nvSpPr>
        <p:spPr>
          <a:xfrm>
            <a:off x="2525899" y="5269830"/>
            <a:ext cx="2769924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Each thread has </a:t>
            </a:r>
            <a:br>
              <a:rPr lang="en-US" dirty="0"/>
            </a:br>
            <a:r>
              <a:rPr lang="en-US" dirty="0"/>
              <a:t>a unique identifier.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1200" dirty="0"/>
              <a:t>© 2020 by S. S. Lumetta</a:t>
            </a:r>
          </a:p>
        </p:txBody>
      </p:sp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53400" y="6457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847CD68-13AA-446C-B509-5137E3F89AA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>
                <a:buFont typeface="Arial" panose="020B0604020202020204" pitchFamily="34" charset="0"/>
                <a:buNone/>
              </a:pPr>
              <a:t>10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09600" y="0"/>
            <a:ext cx="10972800" cy="88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4400" dirty="0">
                <a:solidFill>
                  <a:srgbClr val="000000"/>
                </a:solidFill>
                <a:latin typeface="Arial" panose="020B0604020202020204" pitchFamily="34" charset="0"/>
              </a:rPr>
              <a:t>Single Program, Multiple Data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981200" y="1084004"/>
            <a:ext cx="8534400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973138" indent="-401638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Each thread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executes the 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same program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on 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distinct data inputs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 single-program, multiple-data (</a:t>
            </a:r>
            <a:r>
              <a:rPr lang="en-US" alt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SPMD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)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81AAB-9277-4456-BCD1-09E1610C9D5E}"/>
              </a:ext>
            </a:extLst>
          </p:cNvPr>
          <p:cNvSpPr/>
          <p:nvPr/>
        </p:nvSpPr>
        <p:spPr>
          <a:xfrm>
            <a:off x="2438400" y="3468743"/>
            <a:ext cx="1066800" cy="9906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B37772-574E-444F-9C37-D23943F69E79}"/>
              </a:ext>
            </a:extLst>
          </p:cNvPr>
          <p:cNvGrpSpPr/>
          <p:nvPr/>
        </p:nvGrpSpPr>
        <p:grpSpPr>
          <a:xfrm>
            <a:off x="3561080" y="3088655"/>
            <a:ext cx="5623560" cy="2143863"/>
            <a:chOff x="2037080" y="3088654"/>
            <a:chExt cx="5623560" cy="21438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4813DF-864D-4C46-8A7D-C77436661BFB}"/>
                </a:ext>
              </a:extLst>
            </p:cNvPr>
            <p:cNvGrpSpPr/>
            <p:nvPr/>
          </p:nvGrpSpPr>
          <p:grpSpPr>
            <a:xfrm>
              <a:off x="3667760" y="3088654"/>
              <a:ext cx="3992880" cy="1697654"/>
              <a:chOff x="3723640" y="3443343"/>
              <a:chExt cx="3992880" cy="169765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098BFFA-3328-4BFB-ABDB-D035DB2D36E0}"/>
                  </a:ext>
                </a:extLst>
              </p:cNvPr>
              <p:cNvGrpSpPr/>
              <p:nvPr/>
            </p:nvGrpSpPr>
            <p:grpSpPr>
              <a:xfrm>
                <a:off x="3723640" y="4343400"/>
                <a:ext cx="3992880" cy="797597"/>
                <a:chOff x="4693920" y="4841596"/>
                <a:chExt cx="3992880" cy="797597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BE04E153-F59A-457C-AAEC-7ECCFB0ADD4C}"/>
                    </a:ext>
                  </a:extLst>
                </p:cNvPr>
                <p:cNvGrpSpPr/>
                <p:nvPr/>
              </p:nvGrpSpPr>
              <p:grpSpPr>
                <a:xfrm>
                  <a:off x="4846320" y="4841596"/>
                  <a:ext cx="3840480" cy="640080"/>
                  <a:chOff x="3200400" y="4530534"/>
                  <a:chExt cx="3840480" cy="640080"/>
                </a:xfrm>
              </p:grpSpPr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72E2CB17-844F-47FF-B0C2-B3F02623DC6F}"/>
                      </a:ext>
                    </a:extLst>
                  </p:cNvPr>
                  <p:cNvSpPr/>
                  <p:nvPr/>
                </p:nvSpPr>
                <p:spPr>
                  <a:xfrm>
                    <a:off x="3200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34B60D01-FCD5-459F-9D28-28C6455FFE23}"/>
                      </a:ext>
                    </a:extLst>
                  </p:cNvPr>
                  <p:cNvSpPr/>
                  <p:nvPr/>
                </p:nvSpPr>
                <p:spPr>
                  <a:xfrm>
                    <a:off x="3657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BD8235A2-DA87-4746-A082-3C5B804491A6}"/>
                      </a:ext>
                    </a:extLst>
                  </p:cNvPr>
                  <p:cNvSpPr/>
                  <p:nvPr/>
                </p:nvSpPr>
                <p:spPr>
                  <a:xfrm>
                    <a:off x="4114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40E4BFE6-A286-4787-8EC2-81D1D751C479}"/>
                      </a:ext>
                    </a:extLst>
                  </p:cNvPr>
                  <p:cNvSpPr/>
                  <p:nvPr/>
                </p:nvSpPr>
                <p:spPr>
                  <a:xfrm>
                    <a:off x="45720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BCF9E7C8-7E2C-4E33-88B7-A4C62EFE4D03}"/>
                      </a:ext>
                    </a:extLst>
                  </p:cNvPr>
                  <p:cNvSpPr/>
                  <p:nvPr/>
                </p:nvSpPr>
                <p:spPr>
                  <a:xfrm>
                    <a:off x="50292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70538CD4-29B7-4F60-9B3E-DA624E5E3335}"/>
                      </a:ext>
                    </a:extLst>
                  </p:cNvPr>
                  <p:cNvSpPr/>
                  <p:nvPr/>
                </p:nvSpPr>
                <p:spPr>
                  <a:xfrm>
                    <a:off x="5486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88F989FE-0948-404A-88B7-1DFD95962E3D}"/>
                      </a:ext>
                    </a:extLst>
                  </p:cNvPr>
                  <p:cNvSpPr/>
                  <p:nvPr/>
                </p:nvSpPr>
                <p:spPr>
                  <a:xfrm>
                    <a:off x="5943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246495C7-CD74-4C39-BECE-8911A45B3978}"/>
                      </a:ext>
                    </a:extLst>
                  </p:cNvPr>
                  <p:cNvSpPr/>
                  <p:nvPr/>
                </p:nvSpPr>
                <p:spPr>
                  <a:xfrm>
                    <a:off x="6400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5E7AEDDD-1FDA-4554-8EE8-11C0ACF02C33}"/>
                    </a:ext>
                  </a:extLst>
                </p:cNvPr>
                <p:cNvSpPr/>
                <p:nvPr/>
              </p:nvSpPr>
              <p:spPr>
                <a:xfrm>
                  <a:off x="4693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297CDE1D-5A74-4D7F-8718-D4FBC5380203}"/>
                    </a:ext>
                  </a:extLst>
                </p:cNvPr>
                <p:cNvSpPr/>
                <p:nvPr/>
              </p:nvSpPr>
              <p:spPr>
                <a:xfrm>
                  <a:off x="5151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E6DB3819-EAD3-4074-936A-64AE2AC06E80}"/>
                    </a:ext>
                  </a:extLst>
                </p:cNvPr>
                <p:cNvSpPr/>
                <p:nvPr/>
              </p:nvSpPr>
              <p:spPr>
                <a:xfrm>
                  <a:off x="5608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3D9BD36A-FB5F-4DBF-A2B9-29559CEA7CA5}"/>
                    </a:ext>
                  </a:extLst>
                </p:cNvPr>
                <p:cNvSpPr/>
                <p:nvPr/>
              </p:nvSpPr>
              <p:spPr>
                <a:xfrm>
                  <a:off x="60655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D82B66CE-9ACF-4845-BAB8-D3646437C598}"/>
                    </a:ext>
                  </a:extLst>
                </p:cNvPr>
                <p:cNvSpPr/>
                <p:nvPr/>
              </p:nvSpPr>
              <p:spPr>
                <a:xfrm>
                  <a:off x="65227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9CBB7410-C8E0-4499-86BC-AA494568BE3E}"/>
                    </a:ext>
                  </a:extLst>
                </p:cNvPr>
                <p:cNvSpPr/>
                <p:nvPr/>
              </p:nvSpPr>
              <p:spPr>
                <a:xfrm>
                  <a:off x="6979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18AC9931-64F0-476B-AC1A-CBDB5D4C4E5A}"/>
                    </a:ext>
                  </a:extLst>
                </p:cNvPr>
                <p:cNvSpPr/>
                <p:nvPr/>
              </p:nvSpPr>
              <p:spPr>
                <a:xfrm>
                  <a:off x="7437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E2C0798E-3CA9-49E8-A3C4-092E96F21413}"/>
                    </a:ext>
                  </a:extLst>
                </p:cNvPr>
                <p:cNvSpPr/>
                <p:nvPr/>
              </p:nvSpPr>
              <p:spPr>
                <a:xfrm>
                  <a:off x="7894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DDA336-BFDA-440B-AABB-7152E7B228CD}"/>
                  </a:ext>
                </a:extLst>
              </p:cNvPr>
              <p:cNvGrpSpPr/>
              <p:nvPr/>
            </p:nvGrpSpPr>
            <p:grpSpPr>
              <a:xfrm>
                <a:off x="3723640" y="3443343"/>
                <a:ext cx="3992880" cy="1243811"/>
                <a:chOff x="3048000" y="4084320"/>
                <a:chExt cx="3992880" cy="1243811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2057F78-FE7C-46F5-BC1B-EC9B539F6BD6}"/>
                    </a:ext>
                  </a:extLst>
                </p:cNvPr>
                <p:cNvGrpSpPr/>
                <p:nvPr/>
              </p:nvGrpSpPr>
              <p:grpSpPr>
                <a:xfrm>
                  <a:off x="3200400" y="4084320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5B81972B-0F0A-4677-B319-A742591A27CB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" name="Cube 3">
                      <a:extLst>
                        <a:ext uri="{FF2B5EF4-FFF2-40B4-BE49-F238E27FC236}">
                          <a16:creationId xmlns:a16="http://schemas.microsoft.com/office/drawing/2014/main" id="{D12E9F1D-E1DC-4912-85E2-9678D40CB0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Cube 22">
                      <a:extLst>
                        <a:ext uri="{FF2B5EF4-FFF2-40B4-BE49-F238E27FC236}">
                          <a16:creationId xmlns:a16="http://schemas.microsoft.com/office/drawing/2014/main" id="{B14ECD2E-175F-4E28-B834-9A8B56D43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Cube 23">
                      <a:extLst>
                        <a:ext uri="{FF2B5EF4-FFF2-40B4-BE49-F238E27FC236}">
                          <a16:creationId xmlns:a16="http://schemas.microsoft.com/office/drawing/2014/main" id="{DA8EFF1B-C6F7-4E1A-871D-B428BDA0F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Cube 24">
                      <a:extLst>
                        <a:ext uri="{FF2B5EF4-FFF2-40B4-BE49-F238E27FC236}">
                          <a16:creationId xmlns:a16="http://schemas.microsoft.com/office/drawing/2014/main" id="{96E2EFB1-91FD-4C15-93C5-7EABB80B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" name="Cube 26">
                      <a:extLst>
                        <a:ext uri="{FF2B5EF4-FFF2-40B4-BE49-F238E27FC236}">
                          <a16:creationId xmlns:a16="http://schemas.microsoft.com/office/drawing/2014/main" id="{3293913C-7A5B-4F55-8F1B-C4B5463CE3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" name="Cube 25">
                      <a:extLst>
                        <a:ext uri="{FF2B5EF4-FFF2-40B4-BE49-F238E27FC236}">
                          <a16:creationId xmlns:a16="http://schemas.microsoft.com/office/drawing/2014/main" id="{6534B603-A177-4885-8FFF-475B717A9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8" name="Cube 27">
                      <a:extLst>
                        <a:ext uri="{FF2B5EF4-FFF2-40B4-BE49-F238E27FC236}">
                          <a16:creationId xmlns:a16="http://schemas.microsoft.com/office/drawing/2014/main" id="{8E74080F-E042-4A18-9792-3812504C7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" name="Cube 28">
                      <a:extLst>
                        <a:ext uri="{FF2B5EF4-FFF2-40B4-BE49-F238E27FC236}">
                          <a16:creationId xmlns:a16="http://schemas.microsoft.com/office/drawing/2014/main" id="{5150A05B-4904-4EC0-83D0-6EC98B7A9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0FAD1048-2F73-4DB3-96B9-A211589C823E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32" name="Cube 31">
                      <a:extLst>
                        <a:ext uri="{FF2B5EF4-FFF2-40B4-BE49-F238E27FC236}">
                          <a16:creationId xmlns:a16="http://schemas.microsoft.com/office/drawing/2014/main" id="{7726BCA5-B76C-42A3-AE97-1806E36E77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" name="Cube 32">
                      <a:extLst>
                        <a:ext uri="{FF2B5EF4-FFF2-40B4-BE49-F238E27FC236}">
                          <a16:creationId xmlns:a16="http://schemas.microsoft.com/office/drawing/2014/main" id="{19A6E611-6D4B-4201-9779-DADAB4FAB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4" name="Cube 33">
                      <a:extLst>
                        <a:ext uri="{FF2B5EF4-FFF2-40B4-BE49-F238E27FC236}">
                          <a16:creationId xmlns:a16="http://schemas.microsoft.com/office/drawing/2014/main" id="{BC930304-C2DF-4652-857D-B9ADD2217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" name="Cube 34">
                      <a:extLst>
                        <a:ext uri="{FF2B5EF4-FFF2-40B4-BE49-F238E27FC236}">
                          <a16:creationId xmlns:a16="http://schemas.microsoft.com/office/drawing/2014/main" id="{225E2519-AD94-40CF-AA12-D93D40061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Cube 35">
                      <a:extLst>
                        <a:ext uri="{FF2B5EF4-FFF2-40B4-BE49-F238E27FC236}">
                          <a16:creationId xmlns:a16="http://schemas.microsoft.com/office/drawing/2014/main" id="{BD4E612A-BC40-4308-9300-CC0D6BBCE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7" name="Cube 36">
                      <a:extLst>
                        <a:ext uri="{FF2B5EF4-FFF2-40B4-BE49-F238E27FC236}">
                          <a16:creationId xmlns:a16="http://schemas.microsoft.com/office/drawing/2014/main" id="{7DBAF39F-2630-40BE-A301-6A06C1952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" name="Cube 37">
                      <a:extLst>
                        <a:ext uri="{FF2B5EF4-FFF2-40B4-BE49-F238E27FC236}">
                          <a16:creationId xmlns:a16="http://schemas.microsoft.com/office/drawing/2014/main" id="{673D9C01-FC86-45B2-ADE9-FFE6B999A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Cube 38">
                      <a:extLst>
                        <a:ext uri="{FF2B5EF4-FFF2-40B4-BE49-F238E27FC236}">
                          <a16:creationId xmlns:a16="http://schemas.microsoft.com/office/drawing/2014/main" id="{79360547-1892-480A-9F2B-59121342A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195C445-9FA6-49C8-860C-0FB00CB4F630}"/>
                    </a:ext>
                  </a:extLst>
                </p:cNvPr>
                <p:cNvGrpSpPr/>
                <p:nvPr/>
              </p:nvGrpSpPr>
              <p:grpSpPr>
                <a:xfrm>
                  <a:off x="3048000" y="4241837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092F0913-F9C6-4BC9-A516-45BE75C2460F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58" name="Cube 57">
                      <a:extLst>
                        <a:ext uri="{FF2B5EF4-FFF2-40B4-BE49-F238E27FC236}">
                          <a16:creationId xmlns:a16="http://schemas.microsoft.com/office/drawing/2014/main" id="{9A59D58B-EF8F-4600-96EF-BC7DF1EF3C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" name="Cube 58">
                      <a:extLst>
                        <a:ext uri="{FF2B5EF4-FFF2-40B4-BE49-F238E27FC236}">
                          <a16:creationId xmlns:a16="http://schemas.microsoft.com/office/drawing/2014/main" id="{60B63EBF-8D1A-481C-86CA-99CA21719C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" name="Cube 59">
                      <a:extLst>
                        <a:ext uri="{FF2B5EF4-FFF2-40B4-BE49-F238E27FC236}">
                          <a16:creationId xmlns:a16="http://schemas.microsoft.com/office/drawing/2014/main" id="{CF8AC757-C212-4923-9A1C-82C873C35A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Cube 60">
                      <a:extLst>
                        <a:ext uri="{FF2B5EF4-FFF2-40B4-BE49-F238E27FC236}">
                          <a16:creationId xmlns:a16="http://schemas.microsoft.com/office/drawing/2014/main" id="{F06056BC-D894-4459-AE2A-C81B538410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" name="Cube 61">
                      <a:extLst>
                        <a:ext uri="{FF2B5EF4-FFF2-40B4-BE49-F238E27FC236}">
                          <a16:creationId xmlns:a16="http://schemas.microsoft.com/office/drawing/2014/main" id="{4B9EB5D6-5716-4706-9DDF-D45807F52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" name="Cube 62">
                      <a:extLst>
                        <a:ext uri="{FF2B5EF4-FFF2-40B4-BE49-F238E27FC236}">
                          <a16:creationId xmlns:a16="http://schemas.microsoft.com/office/drawing/2014/main" id="{2592D2C7-6337-41D5-918F-54E36E5C2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" name="Cube 63">
                      <a:extLst>
                        <a:ext uri="{FF2B5EF4-FFF2-40B4-BE49-F238E27FC236}">
                          <a16:creationId xmlns:a16="http://schemas.microsoft.com/office/drawing/2014/main" id="{A044539E-8A5A-4D64-9508-DB0935B647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" name="Cube 64">
                      <a:extLst>
                        <a:ext uri="{FF2B5EF4-FFF2-40B4-BE49-F238E27FC236}">
                          <a16:creationId xmlns:a16="http://schemas.microsoft.com/office/drawing/2014/main" id="{28B65FC1-9631-42C8-98D1-D97944EA1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74A0B284-238A-4A34-8B4E-E98EAE5D16CD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4" name="Cube 43">
                      <a:extLst>
                        <a:ext uri="{FF2B5EF4-FFF2-40B4-BE49-F238E27FC236}">
                          <a16:creationId xmlns:a16="http://schemas.microsoft.com/office/drawing/2014/main" id="{ADDCB041-D74C-4ECC-B860-2B618DD94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71472EB0-5EED-4796-AABF-106C7A2E0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49AFFA6C-1836-4CB7-BECD-297B1000E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4168151B-812D-407D-97C2-0468171CE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F3ABE12F-B42B-4338-A3D5-CCF1F699A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7A947FE8-A7C7-4E72-9724-88F56722E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" name="Cube 55">
                      <a:extLst>
                        <a:ext uri="{FF2B5EF4-FFF2-40B4-BE49-F238E27FC236}">
                          <a16:creationId xmlns:a16="http://schemas.microsoft.com/office/drawing/2014/main" id="{F88CF00A-66AC-41ED-9D5A-032D42896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7" name="Cube 56">
                      <a:extLst>
                        <a:ext uri="{FF2B5EF4-FFF2-40B4-BE49-F238E27FC236}">
                          <a16:creationId xmlns:a16="http://schemas.microsoft.com/office/drawing/2014/main" id="{E476916A-D1CD-498A-BDC9-212841BD9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16E34D-17AC-47E4-99FD-DACAA4A09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0" y="3181465"/>
              <a:ext cx="1640840" cy="39993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BE97-0516-412B-918E-0D7EF0FB18FD}"/>
                </a:ext>
              </a:extLst>
            </p:cNvPr>
            <p:cNvCxnSpPr>
              <a:cxnSpLocks/>
            </p:cNvCxnSpPr>
            <p:nvPr/>
          </p:nvCxnSpPr>
          <p:spPr>
            <a:xfrm>
              <a:off x="2037080" y="4395057"/>
              <a:ext cx="1508760" cy="37579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CE2BD9-D2B2-4437-8E42-9A3D596E241B}"/>
                </a:ext>
              </a:extLst>
            </p:cNvPr>
            <p:cNvSpPr txBox="1"/>
            <p:nvPr/>
          </p:nvSpPr>
          <p:spPr>
            <a:xfrm>
              <a:off x="3809593" y="4770852"/>
              <a:ext cx="2185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thread blocks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38DC182-31C9-4CC9-B304-A8ED40B48C6F}"/>
              </a:ext>
            </a:extLst>
          </p:cNvPr>
          <p:cNvGrpSpPr/>
          <p:nvPr/>
        </p:nvGrpSpPr>
        <p:grpSpPr>
          <a:xfrm>
            <a:off x="6809260" y="4851164"/>
            <a:ext cx="2920210" cy="1397236"/>
            <a:chOff x="5285260" y="4851164"/>
            <a:chExt cx="2920210" cy="13972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00D453-D1F1-4741-9776-99661B2266E8}"/>
                </a:ext>
              </a:extLst>
            </p:cNvPr>
            <p:cNvGrpSpPr/>
            <p:nvPr/>
          </p:nvGrpSpPr>
          <p:grpSpPr>
            <a:xfrm>
              <a:off x="6811010" y="5075874"/>
              <a:ext cx="1394460" cy="1172526"/>
              <a:chOff x="5509260" y="5247658"/>
              <a:chExt cx="1394460" cy="117252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1416485-3A26-429E-BBDD-F5C499B719F2}"/>
                  </a:ext>
                </a:extLst>
              </p:cNvPr>
              <p:cNvGrpSpPr/>
              <p:nvPr/>
            </p:nvGrpSpPr>
            <p:grpSpPr>
              <a:xfrm>
                <a:off x="5669280" y="5247658"/>
                <a:ext cx="1234440" cy="1017347"/>
                <a:chOff x="5669280" y="5247658"/>
                <a:chExt cx="1234440" cy="1017347"/>
              </a:xfrm>
            </p:grpSpPr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692E938F-1BA8-4A59-B6D1-9E64DD0FF0C1}"/>
                    </a:ext>
                  </a:extLst>
                </p:cNvPr>
                <p:cNvSpPr/>
                <p:nvPr/>
              </p:nvSpPr>
              <p:spPr>
                <a:xfrm>
                  <a:off x="56692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1DCB1179-D041-498F-A0EF-4F65E76C546B}"/>
                    </a:ext>
                  </a:extLst>
                </p:cNvPr>
                <p:cNvSpPr/>
                <p:nvPr/>
              </p:nvSpPr>
              <p:spPr>
                <a:xfrm>
                  <a:off x="58978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1A64BFA6-E0C1-4109-A34C-4947DC87FE7F}"/>
                    </a:ext>
                  </a:extLst>
                </p:cNvPr>
                <p:cNvSpPr/>
                <p:nvPr/>
              </p:nvSpPr>
              <p:spPr>
                <a:xfrm>
                  <a:off x="61264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7E0E4EB5-230C-43EB-8C73-4557D69FA2E9}"/>
                    </a:ext>
                  </a:extLst>
                </p:cNvPr>
                <p:cNvSpPr/>
                <p:nvPr/>
              </p:nvSpPr>
              <p:spPr>
                <a:xfrm>
                  <a:off x="63550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4F2B05DB-3B5B-4F31-89AA-7D7AD6E71855}"/>
                    </a:ext>
                  </a:extLst>
                </p:cNvPr>
                <p:cNvSpPr/>
                <p:nvPr/>
              </p:nvSpPr>
              <p:spPr>
                <a:xfrm>
                  <a:off x="56692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Cube 114">
                  <a:extLst>
                    <a:ext uri="{FF2B5EF4-FFF2-40B4-BE49-F238E27FC236}">
                      <a16:creationId xmlns:a16="http://schemas.microsoft.com/office/drawing/2014/main" id="{EA2E55BC-8590-4C1D-A137-10510B83AE14}"/>
                    </a:ext>
                  </a:extLst>
                </p:cNvPr>
                <p:cNvSpPr/>
                <p:nvPr/>
              </p:nvSpPr>
              <p:spPr>
                <a:xfrm>
                  <a:off x="58978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93C0D2A8-716A-4D81-A347-938C98EC53E7}"/>
                    </a:ext>
                  </a:extLst>
                </p:cNvPr>
                <p:cNvSpPr/>
                <p:nvPr/>
              </p:nvSpPr>
              <p:spPr>
                <a:xfrm>
                  <a:off x="61264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Cube 116">
                  <a:extLst>
                    <a:ext uri="{FF2B5EF4-FFF2-40B4-BE49-F238E27FC236}">
                      <a16:creationId xmlns:a16="http://schemas.microsoft.com/office/drawing/2014/main" id="{F8AD41A5-6EDB-40BE-AA42-FA9A7B496113}"/>
                    </a:ext>
                  </a:extLst>
                </p:cNvPr>
                <p:cNvSpPr/>
                <p:nvPr/>
              </p:nvSpPr>
              <p:spPr>
                <a:xfrm>
                  <a:off x="63550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Cube 125">
                  <a:extLst>
                    <a:ext uri="{FF2B5EF4-FFF2-40B4-BE49-F238E27FC236}">
                      <a16:creationId xmlns:a16="http://schemas.microsoft.com/office/drawing/2014/main" id="{8DD14328-FB65-4887-AA97-0D24ACA5C707}"/>
                    </a:ext>
                  </a:extLst>
                </p:cNvPr>
                <p:cNvSpPr/>
                <p:nvPr/>
              </p:nvSpPr>
              <p:spPr>
                <a:xfrm>
                  <a:off x="56692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Cube 126">
                  <a:extLst>
                    <a:ext uri="{FF2B5EF4-FFF2-40B4-BE49-F238E27FC236}">
                      <a16:creationId xmlns:a16="http://schemas.microsoft.com/office/drawing/2014/main" id="{413F1EDD-4526-4095-B734-0E9C6268E0FE}"/>
                    </a:ext>
                  </a:extLst>
                </p:cNvPr>
                <p:cNvSpPr/>
                <p:nvPr/>
              </p:nvSpPr>
              <p:spPr>
                <a:xfrm>
                  <a:off x="58978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Cube 127">
                  <a:extLst>
                    <a:ext uri="{FF2B5EF4-FFF2-40B4-BE49-F238E27FC236}">
                      <a16:creationId xmlns:a16="http://schemas.microsoft.com/office/drawing/2014/main" id="{B700C65F-EF7D-482B-8045-10F30E620FB5}"/>
                    </a:ext>
                  </a:extLst>
                </p:cNvPr>
                <p:cNvSpPr/>
                <p:nvPr/>
              </p:nvSpPr>
              <p:spPr>
                <a:xfrm>
                  <a:off x="61264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Cube 128">
                  <a:extLst>
                    <a:ext uri="{FF2B5EF4-FFF2-40B4-BE49-F238E27FC236}">
                      <a16:creationId xmlns:a16="http://schemas.microsoft.com/office/drawing/2014/main" id="{1A9FC548-F3CA-47E4-BE90-7900C32C6787}"/>
                    </a:ext>
                  </a:extLst>
                </p:cNvPr>
                <p:cNvSpPr/>
                <p:nvPr/>
              </p:nvSpPr>
              <p:spPr>
                <a:xfrm>
                  <a:off x="63550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Cube 121">
                  <a:extLst>
                    <a:ext uri="{FF2B5EF4-FFF2-40B4-BE49-F238E27FC236}">
                      <a16:creationId xmlns:a16="http://schemas.microsoft.com/office/drawing/2014/main" id="{3ED1DAC2-A939-40D3-B979-2419FD4D1AE2}"/>
                    </a:ext>
                  </a:extLst>
                </p:cNvPr>
                <p:cNvSpPr/>
                <p:nvPr/>
              </p:nvSpPr>
              <p:spPr>
                <a:xfrm>
                  <a:off x="56692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AA9E217A-6151-42BB-86B4-8C2BEC12D3BF}"/>
                    </a:ext>
                  </a:extLst>
                </p:cNvPr>
                <p:cNvSpPr/>
                <p:nvPr/>
              </p:nvSpPr>
              <p:spPr>
                <a:xfrm>
                  <a:off x="58978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DB797417-E392-41F2-BD0D-6B2C742F2EF3}"/>
                    </a:ext>
                  </a:extLst>
                </p:cNvPr>
                <p:cNvSpPr/>
                <p:nvPr/>
              </p:nvSpPr>
              <p:spPr>
                <a:xfrm>
                  <a:off x="61264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Cube 124">
                  <a:extLst>
                    <a:ext uri="{FF2B5EF4-FFF2-40B4-BE49-F238E27FC236}">
                      <a16:creationId xmlns:a16="http://schemas.microsoft.com/office/drawing/2014/main" id="{14DD006F-5576-46E4-BC80-0B07190681D6}"/>
                    </a:ext>
                  </a:extLst>
                </p:cNvPr>
                <p:cNvSpPr/>
                <p:nvPr/>
              </p:nvSpPr>
              <p:spPr>
                <a:xfrm>
                  <a:off x="63550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Cube 136">
                  <a:extLst>
                    <a:ext uri="{FF2B5EF4-FFF2-40B4-BE49-F238E27FC236}">
                      <a16:creationId xmlns:a16="http://schemas.microsoft.com/office/drawing/2014/main" id="{AA1D0148-A31D-4538-BCB4-C74B72FC49FC}"/>
                    </a:ext>
                  </a:extLst>
                </p:cNvPr>
                <p:cNvSpPr/>
                <p:nvPr/>
              </p:nvSpPr>
              <p:spPr>
                <a:xfrm>
                  <a:off x="6583680" y="59449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Cube 132">
                  <a:extLst>
                    <a:ext uri="{FF2B5EF4-FFF2-40B4-BE49-F238E27FC236}">
                      <a16:creationId xmlns:a16="http://schemas.microsoft.com/office/drawing/2014/main" id="{B54AB74E-2295-4139-BEAC-87C77B732ED4}"/>
                    </a:ext>
                  </a:extLst>
                </p:cNvPr>
                <p:cNvSpPr/>
                <p:nvPr/>
              </p:nvSpPr>
              <p:spPr>
                <a:xfrm>
                  <a:off x="6583680" y="57163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Cube 147">
                  <a:extLst>
                    <a:ext uri="{FF2B5EF4-FFF2-40B4-BE49-F238E27FC236}">
                      <a16:creationId xmlns:a16="http://schemas.microsoft.com/office/drawing/2014/main" id="{5D97503E-73F4-4D52-83D5-D776F700955B}"/>
                    </a:ext>
                  </a:extLst>
                </p:cNvPr>
                <p:cNvSpPr/>
                <p:nvPr/>
              </p:nvSpPr>
              <p:spPr>
                <a:xfrm>
                  <a:off x="6583680" y="54776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Cube 143">
                  <a:extLst>
                    <a:ext uri="{FF2B5EF4-FFF2-40B4-BE49-F238E27FC236}">
                      <a16:creationId xmlns:a16="http://schemas.microsoft.com/office/drawing/2014/main" id="{14118F89-36FF-4AEA-B0F9-BBCA23D07976}"/>
                    </a:ext>
                  </a:extLst>
                </p:cNvPr>
                <p:cNvSpPr/>
                <p:nvPr/>
              </p:nvSpPr>
              <p:spPr>
                <a:xfrm>
                  <a:off x="6583680" y="52490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24BD8744-3D8F-4831-BA2E-AEC3F023ADEC}"/>
                  </a:ext>
                </a:extLst>
              </p:cNvPr>
              <p:cNvGrpSpPr/>
              <p:nvPr/>
            </p:nvGrpSpPr>
            <p:grpSpPr>
              <a:xfrm>
                <a:off x="5596128" y="5321808"/>
                <a:ext cx="1234440" cy="1017347"/>
                <a:chOff x="5669280" y="5247658"/>
                <a:chExt cx="1234440" cy="1017347"/>
              </a:xfrm>
            </p:grpSpPr>
            <p:sp>
              <p:nvSpPr>
                <p:cNvPr id="154" name="Cube 153">
                  <a:extLst>
                    <a:ext uri="{FF2B5EF4-FFF2-40B4-BE49-F238E27FC236}">
                      <a16:creationId xmlns:a16="http://schemas.microsoft.com/office/drawing/2014/main" id="{AC3D4A72-AA4E-4695-B426-98DC1B64CAE9}"/>
                    </a:ext>
                  </a:extLst>
                </p:cNvPr>
                <p:cNvSpPr/>
                <p:nvPr/>
              </p:nvSpPr>
              <p:spPr>
                <a:xfrm>
                  <a:off x="56692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Cube 154">
                  <a:extLst>
                    <a:ext uri="{FF2B5EF4-FFF2-40B4-BE49-F238E27FC236}">
                      <a16:creationId xmlns:a16="http://schemas.microsoft.com/office/drawing/2014/main" id="{69D8F322-AC75-45EE-B556-496C56917847}"/>
                    </a:ext>
                  </a:extLst>
                </p:cNvPr>
                <p:cNvSpPr/>
                <p:nvPr/>
              </p:nvSpPr>
              <p:spPr>
                <a:xfrm>
                  <a:off x="58978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Cube 155">
                  <a:extLst>
                    <a:ext uri="{FF2B5EF4-FFF2-40B4-BE49-F238E27FC236}">
                      <a16:creationId xmlns:a16="http://schemas.microsoft.com/office/drawing/2014/main" id="{7EB06FEA-2F1A-44AF-BFA7-6C8A100AC5DF}"/>
                    </a:ext>
                  </a:extLst>
                </p:cNvPr>
                <p:cNvSpPr/>
                <p:nvPr/>
              </p:nvSpPr>
              <p:spPr>
                <a:xfrm>
                  <a:off x="61264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Cube 156">
                  <a:extLst>
                    <a:ext uri="{FF2B5EF4-FFF2-40B4-BE49-F238E27FC236}">
                      <a16:creationId xmlns:a16="http://schemas.microsoft.com/office/drawing/2014/main" id="{3E8719AA-3951-4174-A007-BC2C1EE5E933}"/>
                    </a:ext>
                  </a:extLst>
                </p:cNvPr>
                <p:cNvSpPr/>
                <p:nvPr/>
              </p:nvSpPr>
              <p:spPr>
                <a:xfrm>
                  <a:off x="63550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Cube 157">
                  <a:extLst>
                    <a:ext uri="{FF2B5EF4-FFF2-40B4-BE49-F238E27FC236}">
                      <a16:creationId xmlns:a16="http://schemas.microsoft.com/office/drawing/2014/main" id="{20EC8F33-ECAB-442B-8906-EA7B5879A998}"/>
                    </a:ext>
                  </a:extLst>
                </p:cNvPr>
                <p:cNvSpPr/>
                <p:nvPr/>
              </p:nvSpPr>
              <p:spPr>
                <a:xfrm>
                  <a:off x="56692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Cube 158">
                  <a:extLst>
                    <a:ext uri="{FF2B5EF4-FFF2-40B4-BE49-F238E27FC236}">
                      <a16:creationId xmlns:a16="http://schemas.microsoft.com/office/drawing/2014/main" id="{1359CAFB-20B8-460E-AD85-A495CD3DF381}"/>
                    </a:ext>
                  </a:extLst>
                </p:cNvPr>
                <p:cNvSpPr/>
                <p:nvPr/>
              </p:nvSpPr>
              <p:spPr>
                <a:xfrm>
                  <a:off x="58978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Cube 159">
                  <a:extLst>
                    <a:ext uri="{FF2B5EF4-FFF2-40B4-BE49-F238E27FC236}">
                      <a16:creationId xmlns:a16="http://schemas.microsoft.com/office/drawing/2014/main" id="{6B599544-9471-43F7-A5EB-3F757961C684}"/>
                    </a:ext>
                  </a:extLst>
                </p:cNvPr>
                <p:cNvSpPr/>
                <p:nvPr/>
              </p:nvSpPr>
              <p:spPr>
                <a:xfrm>
                  <a:off x="61264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Cube 160">
                  <a:extLst>
                    <a:ext uri="{FF2B5EF4-FFF2-40B4-BE49-F238E27FC236}">
                      <a16:creationId xmlns:a16="http://schemas.microsoft.com/office/drawing/2014/main" id="{9A454908-F1CD-4BE1-B88E-B55918A61AF6}"/>
                    </a:ext>
                  </a:extLst>
                </p:cNvPr>
                <p:cNvSpPr/>
                <p:nvPr/>
              </p:nvSpPr>
              <p:spPr>
                <a:xfrm>
                  <a:off x="63550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Cube 161">
                  <a:extLst>
                    <a:ext uri="{FF2B5EF4-FFF2-40B4-BE49-F238E27FC236}">
                      <a16:creationId xmlns:a16="http://schemas.microsoft.com/office/drawing/2014/main" id="{E39498AC-C1EE-44CB-86C7-62E9B0284369}"/>
                    </a:ext>
                  </a:extLst>
                </p:cNvPr>
                <p:cNvSpPr/>
                <p:nvPr/>
              </p:nvSpPr>
              <p:spPr>
                <a:xfrm>
                  <a:off x="56692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Cube 162">
                  <a:extLst>
                    <a:ext uri="{FF2B5EF4-FFF2-40B4-BE49-F238E27FC236}">
                      <a16:creationId xmlns:a16="http://schemas.microsoft.com/office/drawing/2014/main" id="{37F83C66-CE96-40F6-BD74-82E4DF75235C}"/>
                    </a:ext>
                  </a:extLst>
                </p:cNvPr>
                <p:cNvSpPr/>
                <p:nvPr/>
              </p:nvSpPr>
              <p:spPr>
                <a:xfrm>
                  <a:off x="58978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Cube 163">
                  <a:extLst>
                    <a:ext uri="{FF2B5EF4-FFF2-40B4-BE49-F238E27FC236}">
                      <a16:creationId xmlns:a16="http://schemas.microsoft.com/office/drawing/2014/main" id="{3923BD52-8749-4A3D-B9B0-7155DACDF429}"/>
                    </a:ext>
                  </a:extLst>
                </p:cNvPr>
                <p:cNvSpPr/>
                <p:nvPr/>
              </p:nvSpPr>
              <p:spPr>
                <a:xfrm>
                  <a:off x="61264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Cube 164">
                  <a:extLst>
                    <a:ext uri="{FF2B5EF4-FFF2-40B4-BE49-F238E27FC236}">
                      <a16:creationId xmlns:a16="http://schemas.microsoft.com/office/drawing/2014/main" id="{2F722DF3-B6F1-4917-A2C4-67A3E9DE044A}"/>
                    </a:ext>
                  </a:extLst>
                </p:cNvPr>
                <p:cNvSpPr/>
                <p:nvPr/>
              </p:nvSpPr>
              <p:spPr>
                <a:xfrm>
                  <a:off x="63550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Cube 165">
                  <a:extLst>
                    <a:ext uri="{FF2B5EF4-FFF2-40B4-BE49-F238E27FC236}">
                      <a16:creationId xmlns:a16="http://schemas.microsoft.com/office/drawing/2014/main" id="{9BE62ABB-127C-4675-B3BF-7E37EFA8959E}"/>
                    </a:ext>
                  </a:extLst>
                </p:cNvPr>
                <p:cNvSpPr/>
                <p:nvPr/>
              </p:nvSpPr>
              <p:spPr>
                <a:xfrm>
                  <a:off x="56692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Cube 166">
                  <a:extLst>
                    <a:ext uri="{FF2B5EF4-FFF2-40B4-BE49-F238E27FC236}">
                      <a16:creationId xmlns:a16="http://schemas.microsoft.com/office/drawing/2014/main" id="{5D43065F-A2FD-4D30-92B3-1F16F436E647}"/>
                    </a:ext>
                  </a:extLst>
                </p:cNvPr>
                <p:cNvSpPr/>
                <p:nvPr/>
              </p:nvSpPr>
              <p:spPr>
                <a:xfrm>
                  <a:off x="58978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Cube 167">
                  <a:extLst>
                    <a:ext uri="{FF2B5EF4-FFF2-40B4-BE49-F238E27FC236}">
                      <a16:creationId xmlns:a16="http://schemas.microsoft.com/office/drawing/2014/main" id="{8C16262D-35AF-4D43-A200-B0D9E4AA649C}"/>
                    </a:ext>
                  </a:extLst>
                </p:cNvPr>
                <p:cNvSpPr/>
                <p:nvPr/>
              </p:nvSpPr>
              <p:spPr>
                <a:xfrm>
                  <a:off x="61264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Cube 168">
                  <a:extLst>
                    <a:ext uri="{FF2B5EF4-FFF2-40B4-BE49-F238E27FC236}">
                      <a16:creationId xmlns:a16="http://schemas.microsoft.com/office/drawing/2014/main" id="{31FFCB71-BF6A-46AC-9845-E311B3027B03}"/>
                    </a:ext>
                  </a:extLst>
                </p:cNvPr>
                <p:cNvSpPr/>
                <p:nvPr/>
              </p:nvSpPr>
              <p:spPr>
                <a:xfrm>
                  <a:off x="63550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Cube 169">
                  <a:extLst>
                    <a:ext uri="{FF2B5EF4-FFF2-40B4-BE49-F238E27FC236}">
                      <a16:creationId xmlns:a16="http://schemas.microsoft.com/office/drawing/2014/main" id="{EEF30383-F52D-47D1-9119-2147F6F1EB33}"/>
                    </a:ext>
                  </a:extLst>
                </p:cNvPr>
                <p:cNvSpPr/>
                <p:nvPr/>
              </p:nvSpPr>
              <p:spPr>
                <a:xfrm>
                  <a:off x="6583680" y="59449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Cube 170">
                  <a:extLst>
                    <a:ext uri="{FF2B5EF4-FFF2-40B4-BE49-F238E27FC236}">
                      <a16:creationId xmlns:a16="http://schemas.microsoft.com/office/drawing/2014/main" id="{21FF261D-F579-4F06-956F-646B5EA1C855}"/>
                    </a:ext>
                  </a:extLst>
                </p:cNvPr>
                <p:cNvSpPr/>
                <p:nvPr/>
              </p:nvSpPr>
              <p:spPr>
                <a:xfrm>
                  <a:off x="6583680" y="57163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Cube 171">
                  <a:extLst>
                    <a:ext uri="{FF2B5EF4-FFF2-40B4-BE49-F238E27FC236}">
                      <a16:creationId xmlns:a16="http://schemas.microsoft.com/office/drawing/2014/main" id="{C611D9B4-1C43-40D5-8E51-87C8EE1B0410}"/>
                    </a:ext>
                  </a:extLst>
                </p:cNvPr>
                <p:cNvSpPr/>
                <p:nvPr/>
              </p:nvSpPr>
              <p:spPr>
                <a:xfrm>
                  <a:off x="6583680" y="54776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Cube 172">
                  <a:extLst>
                    <a:ext uri="{FF2B5EF4-FFF2-40B4-BE49-F238E27FC236}">
                      <a16:creationId xmlns:a16="http://schemas.microsoft.com/office/drawing/2014/main" id="{6F0981A9-2B9B-45A1-B15D-20EE714DCC59}"/>
                    </a:ext>
                  </a:extLst>
                </p:cNvPr>
                <p:cNvSpPr/>
                <p:nvPr/>
              </p:nvSpPr>
              <p:spPr>
                <a:xfrm>
                  <a:off x="6583680" y="52490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7588EB84-9E23-4F5B-A465-A2FD8ED7632A}"/>
                  </a:ext>
                </a:extLst>
              </p:cNvPr>
              <p:cNvGrpSpPr/>
              <p:nvPr/>
            </p:nvGrpSpPr>
            <p:grpSpPr>
              <a:xfrm>
                <a:off x="5509260" y="5402837"/>
                <a:ext cx="1234440" cy="1017347"/>
                <a:chOff x="5669280" y="5247658"/>
                <a:chExt cx="1234440" cy="1017347"/>
              </a:xfrm>
            </p:grpSpPr>
            <p:sp>
              <p:nvSpPr>
                <p:cNvPr id="175" name="Cube 174">
                  <a:extLst>
                    <a:ext uri="{FF2B5EF4-FFF2-40B4-BE49-F238E27FC236}">
                      <a16:creationId xmlns:a16="http://schemas.microsoft.com/office/drawing/2014/main" id="{2DA7C4E7-0C45-465C-AD27-01B2C7D70840}"/>
                    </a:ext>
                  </a:extLst>
                </p:cNvPr>
                <p:cNvSpPr/>
                <p:nvPr/>
              </p:nvSpPr>
              <p:spPr>
                <a:xfrm>
                  <a:off x="56692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Cube 175">
                  <a:extLst>
                    <a:ext uri="{FF2B5EF4-FFF2-40B4-BE49-F238E27FC236}">
                      <a16:creationId xmlns:a16="http://schemas.microsoft.com/office/drawing/2014/main" id="{0D36775F-992C-4D31-AE89-24C2AA080278}"/>
                    </a:ext>
                  </a:extLst>
                </p:cNvPr>
                <p:cNvSpPr/>
                <p:nvPr/>
              </p:nvSpPr>
              <p:spPr>
                <a:xfrm>
                  <a:off x="58978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Cube 176">
                  <a:extLst>
                    <a:ext uri="{FF2B5EF4-FFF2-40B4-BE49-F238E27FC236}">
                      <a16:creationId xmlns:a16="http://schemas.microsoft.com/office/drawing/2014/main" id="{1362216F-7E4B-48F9-A985-ECB511A9935B}"/>
                    </a:ext>
                  </a:extLst>
                </p:cNvPr>
                <p:cNvSpPr/>
                <p:nvPr/>
              </p:nvSpPr>
              <p:spPr>
                <a:xfrm>
                  <a:off x="61264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Cube 177">
                  <a:extLst>
                    <a:ext uri="{FF2B5EF4-FFF2-40B4-BE49-F238E27FC236}">
                      <a16:creationId xmlns:a16="http://schemas.microsoft.com/office/drawing/2014/main" id="{BA56018E-10D4-46C1-850E-177BC3D22249}"/>
                    </a:ext>
                  </a:extLst>
                </p:cNvPr>
                <p:cNvSpPr/>
                <p:nvPr/>
              </p:nvSpPr>
              <p:spPr>
                <a:xfrm>
                  <a:off x="6355080" y="59436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Cube 178">
                  <a:extLst>
                    <a:ext uri="{FF2B5EF4-FFF2-40B4-BE49-F238E27FC236}">
                      <a16:creationId xmlns:a16="http://schemas.microsoft.com/office/drawing/2014/main" id="{FFA6E6D5-EC66-42FE-86FC-14186E17A051}"/>
                    </a:ext>
                  </a:extLst>
                </p:cNvPr>
                <p:cNvSpPr/>
                <p:nvPr/>
              </p:nvSpPr>
              <p:spPr>
                <a:xfrm>
                  <a:off x="56692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Cube 179">
                  <a:extLst>
                    <a:ext uri="{FF2B5EF4-FFF2-40B4-BE49-F238E27FC236}">
                      <a16:creationId xmlns:a16="http://schemas.microsoft.com/office/drawing/2014/main" id="{32745B87-4514-4E4E-B77F-789BFA1F67B6}"/>
                    </a:ext>
                  </a:extLst>
                </p:cNvPr>
                <p:cNvSpPr/>
                <p:nvPr/>
              </p:nvSpPr>
              <p:spPr>
                <a:xfrm>
                  <a:off x="58978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Cube 180">
                  <a:extLst>
                    <a:ext uri="{FF2B5EF4-FFF2-40B4-BE49-F238E27FC236}">
                      <a16:creationId xmlns:a16="http://schemas.microsoft.com/office/drawing/2014/main" id="{B7E2B0F4-163D-456D-8995-30E320DD2802}"/>
                    </a:ext>
                  </a:extLst>
                </p:cNvPr>
                <p:cNvSpPr/>
                <p:nvPr/>
              </p:nvSpPr>
              <p:spPr>
                <a:xfrm>
                  <a:off x="61264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Cube 181">
                  <a:extLst>
                    <a:ext uri="{FF2B5EF4-FFF2-40B4-BE49-F238E27FC236}">
                      <a16:creationId xmlns:a16="http://schemas.microsoft.com/office/drawing/2014/main" id="{CA2FFED5-BF6D-4B43-AB9B-C0C15946E7D2}"/>
                    </a:ext>
                  </a:extLst>
                </p:cNvPr>
                <p:cNvSpPr/>
                <p:nvPr/>
              </p:nvSpPr>
              <p:spPr>
                <a:xfrm>
                  <a:off x="6355080" y="5715000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Cube 182">
                  <a:extLst>
                    <a:ext uri="{FF2B5EF4-FFF2-40B4-BE49-F238E27FC236}">
                      <a16:creationId xmlns:a16="http://schemas.microsoft.com/office/drawing/2014/main" id="{774AA099-21C8-4DB5-8872-56555BBB3C4C}"/>
                    </a:ext>
                  </a:extLst>
                </p:cNvPr>
                <p:cNvSpPr/>
                <p:nvPr/>
              </p:nvSpPr>
              <p:spPr>
                <a:xfrm>
                  <a:off x="56692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Cube 183">
                  <a:extLst>
                    <a:ext uri="{FF2B5EF4-FFF2-40B4-BE49-F238E27FC236}">
                      <a16:creationId xmlns:a16="http://schemas.microsoft.com/office/drawing/2014/main" id="{0D094430-88FE-4FCC-8DA7-F4EE420A9CA9}"/>
                    </a:ext>
                  </a:extLst>
                </p:cNvPr>
                <p:cNvSpPr/>
                <p:nvPr/>
              </p:nvSpPr>
              <p:spPr>
                <a:xfrm>
                  <a:off x="58978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Cube 184">
                  <a:extLst>
                    <a:ext uri="{FF2B5EF4-FFF2-40B4-BE49-F238E27FC236}">
                      <a16:creationId xmlns:a16="http://schemas.microsoft.com/office/drawing/2014/main" id="{3A7768F0-CC0D-4DFE-B7D9-422327931207}"/>
                    </a:ext>
                  </a:extLst>
                </p:cNvPr>
                <p:cNvSpPr/>
                <p:nvPr/>
              </p:nvSpPr>
              <p:spPr>
                <a:xfrm>
                  <a:off x="61264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Cube 185">
                  <a:extLst>
                    <a:ext uri="{FF2B5EF4-FFF2-40B4-BE49-F238E27FC236}">
                      <a16:creationId xmlns:a16="http://schemas.microsoft.com/office/drawing/2014/main" id="{81A13DE4-CBE8-4363-BFFB-1AA15A3BA1FC}"/>
                    </a:ext>
                  </a:extLst>
                </p:cNvPr>
                <p:cNvSpPr/>
                <p:nvPr/>
              </p:nvSpPr>
              <p:spPr>
                <a:xfrm>
                  <a:off x="6355080" y="54762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Cube 186">
                  <a:extLst>
                    <a:ext uri="{FF2B5EF4-FFF2-40B4-BE49-F238E27FC236}">
                      <a16:creationId xmlns:a16="http://schemas.microsoft.com/office/drawing/2014/main" id="{C2A2A20A-19A8-44C8-BC68-7C3C2200DB91}"/>
                    </a:ext>
                  </a:extLst>
                </p:cNvPr>
                <p:cNvSpPr/>
                <p:nvPr/>
              </p:nvSpPr>
              <p:spPr>
                <a:xfrm>
                  <a:off x="56692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Cube 187">
                  <a:extLst>
                    <a:ext uri="{FF2B5EF4-FFF2-40B4-BE49-F238E27FC236}">
                      <a16:creationId xmlns:a16="http://schemas.microsoft.com/office/drawing/2014/main" id="{33E5B682-8299-4ACE-9516-AA3418E5B6F1}"/>
                    </a:ext>
                  </a:extLst>
                </p:cNvPr>
                <p:cNvSpPr/>
                <p:nvPr/>
              </p:nvSpPr>
              <p:spPr>
                <a:xfrm>
                  <a:off x="58978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Cube 188">
                  <a:extLst>
                    <a:ext uri="{FF2B5EF4-FFF2-40B4-BE49-F238E27FC236}">
                      <a16:creationId xmlns:a16="http://schemas.microsoft.com/office/drawing/2014/main" id="{EBC355C1-821F-4A38-AEFD-2AF97333D8F3}"/>
                    </a:ext>
                  </a:extLst>
                </p:cNvPr>
                <p:cNvSpPr/>
                <p:nvPr/>
              </p:nvSpPr>
              <p:spPr>
                <a:xfrm>
                  <a:off x="61264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Cube 189">
                  <a:extLst>
                    <a:ext uri="{FF2B5EF4-FFF2-40B4-BE49-F238E27FC236}">
                      <a16:creationId xmlns:a16="http://schemas.microsoft.com/office/drawing/2014/main" id="{5ADDB471-FAC6-4BD9-A79C-18D2E2CDA811}"/>
                    </a:ext>
                  </a:extLst>
                </p:cNvPr>
                <p:cNvSpPr/>
                <p:nvPr/>
              </p:nvSpPr>
              <p:spPr>
                <a:xfrm>
                  <a:off x="6355080" y="5247658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Cube 190">
                  <a:extLst>
                    <a:ext uri="{FF2B5EF4-FFF2-40B4-BE49-F238E27FC236}">
                      <a16:creationId xmlns:a16="http://schemas.microsoft.com/office/drawing/2014/main" id="{7D5D9570-F225-4EC9-BFC6-9749990360ED}"/>
                    </a:ext>
                  </a:extLst>
                </p:cNvPr>
                <p:cNvSpPr/>
                <p:nvPr/>
              </p:nvSpPr>
              <p:spPr>
                <a:xfrm>
                  <a:off x="6583680" y="59449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Cube 191">
                  <a:extLst>
                    <a:ext uri="{FF2B5EF4-FFF2-40B4-BE49-F238E27FC236}">
                      <a16:creationId xmlns:a16="http://schemas.microsoft.com/office/drawing/2014/main" id="{212719F3-907E-4628-932E-4E04B52D5798}"/>
                    </a:ext>
                  </a:extLst>
                </p:cNvPr>
                <p:cNvSpPr/>
                <p:nvPr/>
              </p:nvSpPr>
              <p:spPr>
                <a:xfrm>
                  <a:off x="6583680" y="5716365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Cube 192">
                  <a:extLst>
                    <a:ext uri="{FF2B5EF4-FFF2-40B4-BE49-F238E27FC236}">
                      <a16:creationId xmlns:a16="http://schemas.microsoft.com/office/drawing/2014/main" id="{E39BE4D7-219B-4A73-A890-FED4622F6A4F}"/>
                    </a:ext>
                  </a:extLst>
                </p:cNvPr>
                <p:cNvSpPr/>
                <p:nvPr/>
              </p:nvSpPr>
              <p:spPr>
                <a:xfrm>
                  <a:off x="6583680" y="54776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Cube 193">
                  <a:extLst>
                    <a:ext uri="{FF2B5EF4-FFF2-40B4-BE49-F238E27FC236}">
                      <a16:creationId xmlns:a16="http://schemas.microsoft.com/office/drawing/2014/main" id="{3A59A7E4-35EC-4B0D-AD63-76FD2931BC17}"/>
                    </a:ext>
                  </a:extLst>
                </p:cNvPr>
                <p:cNvSpPr/>
                <p:nvPr/>
              </p:nvSpPr>
              <p:spPr>
                <a:xfrm>
                  <a:off x="6583680" y="5249023"/>
                  <a:ext cx="320040" cy="320040"/>
                </a:xfrm>
                <a:prstGeom prst="cub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86CB20AC-65AD-4EAC-8C8F-FBE40521C69D}"/>
                </a:ext>
              </a:extLst>
            </p:cNvPr>
            <p:cNvSpPr txBox="1"/>
            <p:nvPr/>
          </p:nvSpPr>
          <p:spPr>
            <a:xfrm>
              <a:off x="5285260" y="5726285"/>
              <a:ext cx="1297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threads</a:t>
              </a:r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8634FE2-C673-45C1-9CCF-3C388D895FBE}"/>
                </a:ext>
              </a:extLst>
            </p:cNvPr>
            <p:cNvCxnSpPr>
              <a:cxnSpLocks/>
            </p:cNvCxnSpPr>
            <p:nvPr/>
          </p:nvCxnSpPr>
          <p:spPr>
            <a:xfrm>
              <a:off x="6895338" y="4851164"/>
              <a:ext cx="1150112" cy="155813"/>
            </a:xfrm>
            <a:prstGeom prst="line">
              <a:avLst/>
            </a:prstGeom>
            <a:ln w="76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E9FC7CB-A47C-4F28-AF98-9E294A78CEFF}"/>
                </a:ext>
              </a:extLst>
            </p:cNvPr>
            <p:cNvCxnSpPr>
              <a:cxnSpLocks/>
            </p:cNvCxnSpPr>
            <p:nvPr/>
          </p:nvCxnSpPr>
          <p:spPr>
            <a:xfrm>
              <a:off x="6413754" y="4880954"/>
              <a:ext cx="317246" cy="1318467"/>
            </a:xfrm>
            <a:prstGeom prst="line">
              <a:avLst/>
            </a:prstGeom>
            <a:ln w="762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1543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1200" dirty="0"/>
              <a:t>© 2020 by S. S. Lumetta</a:t>
            </a:r>
          </a:p>
        </p:txBody>
      </p:sp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53400" y="6457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847CD68-13AA-446C-B509-5137E3F89AA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>
                <a:buFont typeface="Arial" panose="020B0604020202020204" pitchFamily="34" charset="0"/>
                <a:buNone/>
              </a:pPr>
              <a:t>11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85800" y="0"/>
            <a:ext cx="10896600" cy="85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44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</a:t>
            </a:r>
            <a:r>
              <a:rPr lang="en-US" altLang="en-US" sz="4400" dirty="0">
                <a:solidFill>
                  <a:srgbClr val="000000"/>
                </a:solidFill>
                <a:latin typeface="Arial" panose="020B0604020202020204" pitchFamily="34" charset="0"/>
              </a:rPr>
              <a:t> Gives Number of Blocks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981200" y="1084004"/>
            <a:ext cx="8534400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973138" indent="-401638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Number of blocks in each dimension is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gridDim.x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… 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gridDim.y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…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gridDim.z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…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81AAB-9277-4456-BCD1-09E1610C9D5E}"/>
              </a:ext>
            </a:extLst>
          </p:cNvPr>
          <p:cNvSpPr/>
          <p:nvPr/>
        </p:nvSpPr>
        <p:spPr>
          <a:xfrm>
            <a:off x="2438400" y="3468743"/>
            <a:ext cx="1066800" cy="9906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B37772-574E-444F-9C37-D23943F69E79}"/>
              </a:ext>
            </a:extLst>
          </p:cNvPr>
          <p:cNvGrpSpPr/>
          <p:nvPr/>
        </p:nvGrpSpPr>
        <p:grpSpPr>
          <a:xfrm>
            <a:off x="3561080" y="3088655"/>
            <a:ext cx="5623560" cy="2143863"/>
            <a:chOff x="2037080" y="3088654"/>
            <a:chExt cx="5623560" cy="21438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4813DF-864D-4C46-8A7D-C77436661BFB}"/>
                </a:ext>
              </a:extLst>
            </p:cNvPr>
            <p:cNvGrpSpPr/>
            <p:nvPr/>
          </p:nvGrpSpPr>
          <p:grpSpPr>
            <a:xfrm>
              <a:off x="3667760" y="3088654"/>
              <a:ext cx="3992880" cy="1697654"/>
              <a:chOff x="3723640" y="3443343"/>
              <a:chExt cx="3992880" cy="169765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098BFFA-3328-4BFB-ABDB-D035DB2D36E0}"/>
                  </a:ext>
                </a:extLst>
              </p:cNvPr>
              <p:cNvGrpSpPr/>
              <p:nvPr/>
            </p:nvGrpSpPr>
            <p:grpSpPr>
              <a:xfrm>
                <a:off x="3723640" y="4343400"/>
                <a:ext cx="3992880" cy="797597"/>
                <a:chOff x="4693920" y="4841596"/>
                <a:chExt cx="3992880" cy="797597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BE04E153-F59A-457C-AAEC-7ECCFB0ADD4C}"/>
                    </a:ext>
                  </a:extLst>
                </p:cNvPr>
                <p:cNvGrpSpPr/>
                <p:nvPr/>
              </p:nvGrpSpPr>
              <p:grpSpPr>
                <a:xfrm>
                  <a:off x="4846320" y="4841596"/>
                  <a:ext cx="3840480" cy="640080"/>
                  <a:chOff x="3200400" y="4530534"/>
                  <a:chExt cx="3840480" cy="640080"/>
                </a:xfrm>
              </p:grpSpPr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72E2CB17-844F-47FF-B0C2-B3F02623DC6F}"/>
                      </a:ext>
                    </a:extLst>
                  </p:cNvPr>
                  <p:cNvSpPr/>
                  <p:nvPr/>
                </p:nvSpPr>
                <p:spPr>
                  <a:xfrm>
                    <a:off x="3200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34B60D01-FCD5-459F-9D28-28C6455FFE23}"/>
                      </a:ext>
                    </a:extLst>
                  </p:cNvPr>
                  <p:cNvSpPr/>
                  <p:nvPr/>
                </p:nvSpPr>
                <p:spPr>
                  <a:xfrm>
                    <a:off x="3657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BD8235A2-DA87-4746-A082-3C5B804491A6}"/>
                      </a:ext>
                    </a:extLst>
                  </p:cNvPr>
                  <p:cNvSpPr/>
                  <p:nvPr/>
                </p:nvSpPr>
                <p:spPr>
                  <a:xfrm>
                    <a:off x="4114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40E4BFE6-A286-4787-8EC2-81D1D751C479}"/>
                      </a:ext>
                    </a:extLst>
                  </p:cNvPr>
                  <p:cNvSpPr/>
                  <p:nvPr/>
                </p:nvSpPr>
                <p:spPr>
                  <a:xfrm>
                    <a:off x="45720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BCF9E7C8-7E2C-4E33-88B7-A4C62EFE4D03}"/>
                      </a:ext>
                    </a:extLst>
                  </p:cNvPr>
                  <p:cNvSpPr/>
                  <p:nvPr/>
                </p:nvSpPr>
                <p:spPr>
                  <a:xfrm>
                    <a:off x="50292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70538CD4-29B7-4F60-9B3E-DA624E5E3335}"/>
                      </a:ext>
                    </a:extLst>
                  </p:cNvPr>
                  <p:cNvSpPr/>
                  <p:nvPr/>
                </p:nvSpPr>
                <p:spPr>
                  <a:xfrm>
                    <a:off x="5486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88F989FE-0948-404A-88B7-1DFD95962E3D}"/>
                      </a:ext>
                    </a:extLst>
                  </p:cNvPr>
                  <p:cNvSpPr/>
                  <p:nvPr/>
                </p:nvSpPr>
                <p:spPr>
                  <a:xfrm>
                    <a:off x="5943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246495C7-CD74-4C39-BECE-8911A45B3978}"/>
                      </a:ext>
                    </a:extLst>
                  </p:cNvPr>
                  <p:cNvSpPr/>
                  <p:nvPr/>
                </p:nvSpPr>
                <p:spPr>
                  <a:xfrm>
                    <a:off x="6400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5E7AEDDD-1FDA-4554-8EE8-11C0ACF02C33}"/>
                    </a:ext>
                  </a:extLst>
                </p:cNvPr>
                <p:cNvSpPr/>
                <p:nvPr/>
              </p:nvSpPr>
              <p:spPr>
                <a:xfrm>
                  <a:off x="4693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297CDE1D-5A74-4D7F-8718-D4FBC5380203}"/>
                    </a:ext>
                  </a:extLst>
                </p:cNvPr>
                <p:cNvSpPr/>
                <p:nvPr/>
              </p:nvSpPr>
              <p:spPr>
                <a:xfrm>
                  <a:off x="5151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E6DB3819-EAD3-4074-936A-64AE2AC06E80}"/>
                    </a:ext>
                  </a:extLst>
                </p:cNvPr>
                <p:cNvSpPr/>
                <p:nvPr/>
              </p:nvSpPr>
              <p:spPr>
                <a:xfrm>
                  <a:off x="5608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3D9BD36A-FB5F-4DBF-A2B9-29559CEA7CA5}"/>
                    </a:ext>
                  </a:extLst>
                </p:cNvPr>
                <p:cNvSpPr/>
                <p:nvPr/>
              </p:nvSpPr>
              <p:spPr>
                <a:xfrm>
                  <a:off x="60655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D82B66CE-9ACF-4845-BAB8-D3646437C598}"/>
                    </a:ext>
                  </a:extLst>
                </p:cNvPr>
                <p:cNvSpPr/>
                <p:nvPr/>
              </p:nvSpPr>
              <p:spPr>
                <a:xfrm>
                  <a:off x="65227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9CBB7410-C8E0-4499-86BC-AA494568BE3E}"/>
                    </a:ext>
                  </a:extLst>
                </p:cNvPr>
                <p:cNvSpPr/>
                <p:nvPr/>
              </p:nvSpPr>
              <p:spPr>
                <a:xfrm>
                  <a:off x="6979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18AC9931-64F0-476B-AC1A-CBDB5D4C4E5A}"/>
                    </a:ext>
                  </a:extLst>
                </p:cNvPr>
                <p:cNvSpPr/>
                <p:nvPr/>
              </p:nvSpPr>
              <p:spPr>
                <a:xfrm>
                  <a:off x="7437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E2C0798E-3CA9-49E8-A3C4-092E96F21413}"/>
                    </a:ext>
                  </a:extLst>
                </p:cNvPr>
                <p:cNvSpPr/>
                <p:nvPr/>
              </p:nvSpPr>
              <p:spPr>
                <a:xfrm>
                  <a:off x="7894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DDA336-BFDA-440B-AABB-7152E7B228CD}"/>
                  </a:ext>
                </a:extLst>
              </p:cNvPr>
              <p:cNvGrpSpPr/>
              <p:nvPr/>
            </p:nvGrpSpPr>
            <p:grpSpPr>
              <a:xfrm>
                <a:off x="3723640" y="3443343"/>
                <a:ext cx="3992880" cy="1243811"/>
                <a:chOff x="3048000" y="4084320"/>
                <a:chExt cx="3992880" cy="1243811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2057F78-FE7C-46F5-BC1B-EC9B539F6BD6}"/>
                    </a:ext>
                  </a:extLst>
                </p:cNvPr>
                <p:cNvGrpSpPr/>
                <p:nvPr/>
              </p:nvGrpSpPr>
              <p:grpSpPr>
                <a:xfrm>
                  <a:off x="3200400" y="4084320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5B81972B-0F0A-4677-B319-A742591A27CB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" name="Cube 3">
                      <a:extLst>
                        <a:ext uri="{FF2B5EF4-FFF2-40B4-BE49-F238E27FC236}">
                          <a16:creationId xmlns:a16="http://schemas.microsoft.com/office/drawing/2014/main" id="{D12E9F1D-E1DC-4912-85E2-9678D40CB0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Cube 22">
                      <a:extLst>
                        <a:ext uri="{FF2B5EF4-FFF2-40B4-BE49-F238E27FC236}">
                          <a16:creationId xmlns:a16="http://schemas.microsoft.com/office/drawing/2014/main" id="{B14ECD2E-175F-4E28-B834-9A8B56D43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Cube 23">
                      <a:extLst>
                        <a:ext uri="{FF2B5EF4-FFF2-40B4-BE49-F238E27FC236}">
                          <a16:creationId xmlns:a16="http://schemas.microsoft.com/office/drawing/2014/main" id="{DA8EFF1B-C6F7-4E1A-871D-B428BDA0F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Cube 24">
                      <a:extLst>
                        <a:ext uri="{FF2B5EF4-FFF2-40B4-BE49-F238E27FC236}">
                          <a16:creationId xmlns:a16="http://schemas.microsoft.com/office/drawing/2014/main" id="{96E2EFB1-91FD-4C15-93C5-7EABB80B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" name="Cube 26">
                      <a:extLst>
                        <a:ext uri="{FF2B5EF4-FFF2-40B4-BE49-F238E27FC236}">
                          <a16:creationId xmlns:a16="http://schemas.microsoft.com/office/drawing/2014/main" id="{3293913C-7A5B-4F55-8F1B-C4B5463CE3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" name="Cube 25">
                      <a:extLst>
                        <a:ext uri="{FF2B5EF4-FFF2-40B4-BE49-F238E27FC236}">
                          <a16:creationId xmlns:a16="http://schemas.microsoft.com/office/drawing/2014/main" id="{6534B603-A177-4885-8FFF-475B717A9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8" name="Cube 27">
                      <a:extLst>
                        <a:ext uri="{FF2B5EF4-FFF2-40B4-BE49-F238E27FC236}">
                          <a16:creationId xmlns:a16="http://schemas.microsoft.com/office/drawing/2014/main" id="{8E74080F-E042-4A18-9792-3812504C7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" name="Cube 28">
                      <a:extLst>
                        <a:ext uri="{FF2B5EF4-FFF2-40B4-BE49-F238E27FC236}">
                          <a16:creationId xmlns:a16="http://schemas.microsoft.com/office/drawing/2014/main" id="{5150A05B-4904-4EC0-83D0-6EC98B7A9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0FAD1048-2F73-4DB3-96B9-A211589C823E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32" name="Cube 31">
                      <a:extLst>
                        <a:ext uri="{FF2B5EF4-FFF2-40B4-BE49-F238E27FC236}">
                          <a16:creationId xmlns:a16="http://schemas.microsoft.com/office/drawing/2014/main" id="{7726BCA5-B76C-42A3-AE97-1806E36E77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" name="Cube 32">
                      <a:extLst>
                        <a:ext uri="{FF2B5EF4-FFF2-40B4-BE49-F238E27FC236}">
                          <a16:creationId xmlns:a16="http://schemas.microsoft.com/office/drawing/2014/main" id="{19A6E611-6D4B-4201-9779-DADAB4FAB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4" name="Cube 33">
                      <a:extLst>
                        <a:ext uri="{FF2B5EF4-FFF2-40B4-BE49-F238E27FC236}">
                          <a16:creationId xmlns:a16="http://schemas.microsoft.com/office/drawing/2014/main" id="{BC930304-C2DF-4652-857D-B9ADD2217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" name="Cube 34">
                      <a:extLst>
                        <a:ext uri="{FF2B5EF4-FFF2-40B4-BE49-F238E27FC236}">
                          <a16:creationId xmlns:a16="http://schemas.microsoft.com/office/drawing/2014/main" id="{225E2519-AD94-40CF-AA12-D93D40061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Cube 35">
                      <a:extLst>
                        <a:ext uri="{FF2B5EF4-FFF2-40B4-BE49-F238E27FC236}">
                          <a16:creationId xmlns:a16="http://schemas.microsoft.com/office/drawing/2014/main" id="{BD4E612A-BC40-4308-9300-CC0D6BBCE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7" name="Cube 36">
                      <a:extLst>
                        <a:ext uri="{FF2B5EF4-FFF2-40B4-BE49-F238E27FC236}">
                          <a16:creationId xmlns:a16="http://schemas.microsoft.com/office/drawing/2014/main" id="{7DBAF39F-2630-40BE-A301-6A06C1952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" name="Cube 37">
                      <a:extLst>
                        <a:ext uri="{FF2B5EF4-FFF2-40B4-BE49-F238E27FC236}">
                          <a16:creationId xmlns:a16="http://schemas.microsoft.com/office/drawing/2014/main" id="{673D9C01-FC86-45B2-ADE9-FFE6B999A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Cube 38">
                      <a:extLst>
                        <a:ext uri="{FF2B5EF4-FFF2-40B4-BE49-F238E27FC236}">
                          <a16:creationId xmlns:a16="http://schemas.microsoft.com/office/drawing/2014/main" id="{79360547-1892-480A-9F2B-59121342A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195C445-9FA6-49C8-860C-0FB00CB4F630}"/>
                    </a:ext>
                  </a:extLst>
                </p:cNvPr>
                <p:cNvGrpSpPr/>
                <p:nvPr/>
              </p:nvGrpSpPr>
              <p:grpSpPr>
                <a:xfrm>
                  <a:off x="3048000" y="4241837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092F0913-F9C6-4BC9-A516-45BE75C2460F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58" name="Cube 57">
                      <a:extLst>
                        <a:ext uri="{FF2B5EF4-FFF2-40B4-BE49-F238E27FC236}">
                          <a16:creationId xmlns:a16="http://schemas.microsoft.com/office/drawing/2014/main" id="{9A59D58B-EF8F-4600-96EF-BC7DF1EF3C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" name="Cube 58">
                      <a:extLst>
                        <a:ext uri="{FF2B5EF4-FFF2-40B4-BE49-F238E27FC236}">
                          <a16:creationId xmlns:a16="http://schemas.microsoft.com/office/drawing/2014/main" id="{60B63EBF-8D1A-481C-86CA-99CA21719C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" name="Cube 59">
                      <a:extLst>
                        <a:ext uri="{FF2B5EF4-FFF2-40B4-BE49-F238E27FC236}">
                          <a16:creationId xmlns:a16="http://schemas.microsoft.com/office/drawing/2014/main" id="{CF8AC757-C212-4923-9A1C-82C873C35A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Cube 60">
                      <a:extLst>
                        <a:ext uri="{FF2B5EF4-FFF2-40B4-BE49-F238E27FC236}">
                          <a16:creationId xmlns:a16="http://schemas.microsoft.com/office/drawing/2014/main" id="{F06056BC-D894-4459-AE2A-C81B538410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" name="Cube 61">
                      <a:extLst>
                        <a:ext uri="{FF2B5EF4-FFF2-40B4-BE49-F238E27FC236}">
                          <a16:creationId xmlns:a16="http://schemas.microsoft.com/office/drawing/2014/main" id="{4B9EB5D6-5716-4706-9DDF-D45807F52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" name="Cube 62">
                      <a:extLst>
                        <a:ext uri="{FF2B5EF4-FFF2-40B4-BE49-F238E27FC236}">
                          <a16:creationId xmlns:a16="http://schemas.microsoft.com/office/drawing/2014/main" id="{2592D2C7-6337-41D5-918F-54E36E5C2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" name="Cube 63">
                      <a:extLst>
                        <a:ext uri="{FF2B5EF4-FFF2-40B4-BE49-F238E27FC236}">
                          <a16:creationId xmlns:a16="http://schemas.microsoft.com/office/drawing/2014/main" id="{A044539E-8A5A-4D64-9508-DB0935B647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" name="Cube 64">
                      <a:extLst>
                        <a:ext uri="{FF2B5EF4-FFF2-40B4-BE49-F238E27FC236}">
                          <a16:creationId xmlns:a16="http://schemas.microsoft.com/office/drawing/2014/main" id="{28B65FC1-9631-42C8-98D1-D97944EA1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74A0B284-238A-4A34-8B4E-E98EAE5D16CD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4" name="Cube 43">
                      <a:extLst>
                        <a:ext uri="{FF2B5EF4-FFF2-40B4-BE49-F238E27FC236}">
                          <a16:creationId xmlns:a16="http://schemas.microsoft.com/office/drawing/2014/main" id="{ADDCB041-D74C-4ECC-B860-2B618DD94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71472EB0-5EED-4796-AABF-106C7A2E0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49AFFA6C-1836-4CB7-BECD-297B1000E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4168151B-812D-407D-97C2-0468171CE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F3ABE12F-B42B-4338-A3D5-CCF1F699A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7A947FE8-A7C7-4E72-9724-88F56722E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" name="Cube 55">
                      <a:extLst>
                        <a:ext uri="{FF2B5EF4-FFF2-40B4-BE49-F238E27FC236}">
                          <a16:creationId xmlns:a16="http://schemas.microsoft.com/office/drawing/2014/main" id="{F88CF00A-66AC-41ED-9D5A-032D42896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7" name="Cube 56">
                      <a:extLst>
                        <a:ext uri="{FF2B5EF4-FFF2-40B4-BE49-F238E27FC236}">
                          <a16:creationId xmlns:a16="http://schemas.microsoft.com/office/drawing/2014/main" id="{E476916A-D1CD-498A-BDC9-212841BD9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16E34D-17AC-47E4-99FD-DACAA4A09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0" y="3181465"/>
              <a:ext cx="1640840" cy="39993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BE97-0516-412B-918E-0D7EF0FB18FD}"/>
                </a:ext>
              </a:extLst>
            </p:cNvPr>
            <p:cNvCxnSpPr>
              <a:cxnSpLocks/>
            </p:cNvCxnSpPr>
            <p:nvPr/>
          </p:nvCxnSpPr>
          <p:spPr>
            <a:xfrm>
              <a:off x="2037080" y="4395057"/>
              <a:ext cx="1508760" cy="37579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CE2BD9-D2B2-4437-8E42-9A3D596E241B}"/>
                </a:ext>
              </a:extLst>
            </p:cNvPr>
            <p:cNvSpPr txBox="1"/>
            <p:nvPr/>
          </p:nvSpPr>
          <p:spPr>
            <a:xfrm>
              <a:off x="3809593" y="4770852"/>
              <a:ext cx="2185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thread blocks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D699CB-4DD4-4DD0-B0F3-EFA711C794E4}"/>
              </a:ext>
            </a:extLst>
          </p:cNvPr>
          <p:cNvSpPr txBox="1"/>
          <p:nvPr/>
        </p:nvSpPr>
        <p:spPr>
          <a:xfrm>
            <a:off x="4999239" y="1534100"/>
            <a:ext cx="38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CBDFE5E-DFBE-43D5-BAE7-318F09A6586F}"/>
              </a:ext>
            </a:extLst>
          </p:cNvPr>
          <p:cNvSpPr txBox="1"/>
          <p:nvPr/>
        </p:nvSpPr>
        <p:spPr>
          <a:xfrm>
            <a:off x="4999239" y="2015717"/>
            <a:ext cx="38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6569EA6-1314-41D0-8CB8-0CAEBC3644A8}"/>
              </a:ext>
            </a:extLst>
          </p:cNvPr>
          <p:cNvSpPr txBox="1"/>
          <p:nvPr/>
        </p:nvSpPr>
        <p:spPr>
          <a:xfrm>
            <a:off x="4999239" y="2497334"/>
            <a:ext cx="38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441D71-7DED-4822-BE68-13A706700467}"/>
              </a:ext>
            </a:extLst>
          </p:cNvPr>
          <p:cNvCxnSpPr/>
          <p:nvPr/>
        </p:nvCxnSpPr>
        <p:spPr>
          <a:xfrm>
            <a:off x="6527446" y="2895600"/>
            <a:ext cx="214884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324BE6-9ADE-4E1C-9425-1C74FC7F2718}"/>
              </a:ext>
            </a:extLst>
          </p:cNvPr>
          <p:cNvSpPr txBox="1"/>
          <p:nvPr/>
        </p:nvSpPr>
        <p:spPr>
          <a:xfrm>
            <a:off x="7406941" y="239602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02E03DE-2FD3-477C-BBDC-0BD94F799BB7}"/>
              </a:ext>
            </a:extLst>
          </p:cNvPr>
          <p:cNvCxnSpPr>
            <a:cxnSpLocks/>
          </p:cNvCxnSpPr>
          <p:nvPr/>
        </p:nvCxnSpPr>
        <p:spPr>
          <a:xfrm>
            <a:off x="9337490" y="3095672"/>
            <a:ext cx="0" cy="971457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74F65E2A-93F2-46B3-814B-E624C4A1D83F}"/>
              </a:ext>
            </a:extLst>
          </p:cNvPr>
          <p:cNvSpPr txBox="1"/>
          <p:nvPr/>
        </p:nvSpPr>
        <p:spPr>
          <a:xfrm>
            <a:off x="9416430" y="3350567"/>
            <a:ext cx="3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52CB036-72F5-4D9E-8CC0-CE50BE29BEF9}"/>
              </a:ext>
            </a:extLst>
          </p:cNvPr>
          <p:cNvCxnSpPr>
            <a:cxnSpLocks/>
          </p:cNvCxnSpPr>
          <p:nvPr/>
        </p:nvCxnSpPr>
        <p:spPr>
          <a:xfrm flipH="1">
            <a:off x="8910320" y="4566110"/>
            <a:ext cx="426720" cy="476609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5F9EB29-025C-4A3A-90D6-7002F1511D18}"/>
              </a:ext>
            </a:extLst>
          </p:cNvPr>
          <p:cNvSpPr txBox="1"/>
          <p:nvPr/>
        </p:nvSpPr>
        <p:spPr>
          <a:xfrm>
            <a:off x="9184233" y="4770582"/>
            <a:ext cx="3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4F345C-BF49-48AC-830E-66B0ADEEE985}"/>
              </a:ext>
            </a:extLst>
          </p:cNvPr>
          <p:cNvSpPr txBox="1"/>
          <p:nvPr/>
        </p:nvSpPr>
        <p:spPr>
          <a:xfrm>
            <a:off x="3821034" y="5257751"/>
            <a:ext cx="4875053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For 2D (and 1D grids), simply use </a:t>
            </a:r>
            <a:br>
              <a:rPr lang="en-US" dirty="0"/>
            </a:br>
            <a:r>
              <a:rPr lang="en-US" dirty="0"/>
              <a:t>grid dimension 1 for Z (and Y). </a:t>
            </a:r>
          </a:p>
        </p:txBody>
      </p:sp>
    </p:spTree>
    <p:extLst>
      <p:ext uri="{BB962C8B-B14F-4D97-AF65-F5344CB8AC3E}">
        <p14:creationId xmlns:p14="http://schemas.microsoft.com/office/powerpoint/2010/main" val="1097095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" grpId="0"/>
      <p:bldP spid="138" grpId="0"/>
      <p:bldP spid="139" grpId="0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1200" dirty="0"/>
              <a:t>© 2020 by S. S. Lumetta</a:t>
            </a:r>
          </a:p>
        </p:txBody>
      </p:sp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53400" y="6457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847CD68-13AA-446C-B509-5137E3F89AA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>
                <a:buFont typeface="Arial" panose="020B0604020202020204" pitchFamily="34" charset="0"/>
                <a:buNone/>
              </a:pPr>
              <a:t>12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09600" y="0"/>
            <a:ext cx="10972800" cy="85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4400" dirty="0" err="1">
                <a:solidFill>
                  <a:srgbClr val="000000"/>
                </a:solidFill>
                <a:latin typeface="Arial" panose="020B0604020202020204" pitchFamily="34" charset="0"/>
              </a:rPr>
              <a:t>blockIdx</a:t>
            </a:r>
            <a:r>
              <a:rPr lang="en-US" altLang="en-US" sz="4400" dirty="0">
                <a:solidFill>
                  <a:srgbClr val="000000"/>
                </a:solidFill>
                <a:latin typeface="Arial" panose="020B0604020202020204" pitchFamily="34" charset="0"/>
              </a:rPr>
              <a:t> is Unique for Each Block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981200" y="1084004"/>
            <a:ext cx="8534400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973138" indent="-401638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Each block has a unique index tuple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blockIdx.x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(from 0 to (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gridDim.x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– 1) ) 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blockIdx.y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(from 0 to (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gridDim.y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– 1) )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blockIdx.z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(from 0 to (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gridDim.z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– 1) )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81AAB-9277-4456-BCD1-09E1610C9D5E}"/>
              </a:ext>
            </a:extLst>
          </p:cNvPr>
          <p:cNvSpPr/>
          <p:nvPr/>
        </p:nvSpPr>
        <p:spPr>
          <a:xfrm>
            <a:off x="2438400" y="4201201"/>
            <a:ext cx="1066800" cy="9906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B37772-574E-444F-9C37-D23943F69E79}"/>
              </a:ext>
            </a:extLst>
          </p:cNvPr>
          <p:cNvGrpSpPr/>
          <p:nvPr/>
        </p:nvGrpSpPr>
        <p:grpSpPr>
          <a:xfrm>
            <a:off x="3561080" y="3821113"/>
            <a:ext cx="5623560" cy="2143863"/>
            <a:chOff x="2037080" y="3088654"/>
            <a:chExt cx="5623560" cy="21438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4813DF-864D-4C46-8A7D-C77436661BFB}"/>
                </a:ext>
              </a:extLst>
            </p:cNvPr>
            <p:cNvGrpSpPr/>
            <p:nvPr/>
          </p:nvGrpSpPr>
          <p:grpSpPr>
            <a:xfrm>
              <a:off x="3667760" y="3088654"/>
              <a:ext cx="3992880" cy="1697654"/>
              <a:chOff x="3723640" y="3443343"/>
              <a:chExt cx="3992880" cy="169765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098BFFA-3328-4BFB-ABDB-D035DB2D36E0}"/>
                  </a:ext>
                </a:extLst>
              </p:cNvPr>
              <p:cNvGrpSpPr/>
              <p:nvPr/>
            </p:nvGrpSpPr>
            <p:grpSpPr>
              <a:xfrm>
                <a:off x="3723640" y="4343400"/>
                <a:ext cx="3992880" cy="797597"/>
                <a:chOff x="4693920" y="4841596"/>
                <a:chExt cx="3992880" cy="797597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BE04E153-F59A-457C-AAEC-7ECCFB0ADD4C}"/>
                    </a:ext>
                  </a:extLst>
                </p:cNvPr>
                <p:cNvGrpSpPr/>
                <p:nvPr/>
              </p:nvGrpSpPr>
              <p:grpSpPr>
                <a:xfrm>
                  <a:off x="4846320" y="4841596"/>
                  <a:ext cx="3840480" cy="640080"/>
                  <a:chOff x="3200400" y="4530534"/>
                  <a:chExt cx="3840480" cy="640080"/>
                </a:xfrm>
              </p:grpSpPr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72E2CB17-844F-47FF-B0C2-B3F02623DC6F}"/>
                      </a:ext>
                    </a:extLst>
                  </p:cNvPr>
                  <p:cNvSpPr/>
                  <p:nvPr/>
                </p:nvSpPr>
                <p:spPr>
                  <a:xfrm>
                    <a:off x="3200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34B60D01-FCD5-459F-9D28-28C6455FFE23}"/>
                      </a:ext>
                    </a:extLst>
                  </p:cNvPr>
                  <p:cNvSpPr/>
                  <p:nvPr/>
                </p:nvSpPr>
                <p:spPr>
                  <a:xfrm>
                    <a:off x="3657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BD8235A2-DA87-4746-A082-3C5B804491A6}"/>
                      </a:ext>
                    </a:extLst>
                  </p:cNvPr>
                  <p:cNvSpPr/>
                  <p:nvPr/>
                </p:nvSpPr>
                <p:spPr>
                  <a:xfrm>
                    <a:off x="4114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40E4BFE6-A286-4787-8EC2-81D1D751C479}"/>
                      </a:ext>
                    </a:extLst>
                  </p:cNvPr>
                  <p:cNvSpPr/>
                  <p:nvPr/>
                </p:nvSpPr>
                <p:spPr>
                  <a:xfrm>
                    <a:off x="45720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BCF9E7C8-7E2C-4E33-88B7-A4C62EFE4D03}"/>
                      </a:ext>
                    </a:extLst>
                  </p:cNvPr>
                  <p:cNvSpPr/>
                  <p:nvPr/>
                </p:nvSpPr>
                <p:spPr>
                  <a:xfrm>
                    <a:off x="50292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70538CD4-29B7-4F60-9B3E-DA624E5E3335}"/>
                      </a:ext>
                    </a:extLst>
                  </p:cNvPr>
                  <p:cNvSpPr/>
                  <p:nvPr/>
                </p:nvSpPr>
                <p:spPr>
                  <a:xfrm>
                    <a:off x="54864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88F989FE-0948-404A-88B7-1DFD95962E3D}"/>
                      </a:ext>
                    </a:extLst>
                  </p:cNvPr>
                  <p:cNvSpPr/>
                  <p:nvPr/>
                </p:nvSpPr>
                <p:spPr>
                  <a:xfrm>
                    <a:off x="59436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246495C7-CD74-4C39-BECE-8911A45B3978}"/>
                      </a:ext>
                    </a:extLst>
                  </p:cNvPr>
                  <p:cNvSpPr/>
                  <p:nvPr/>
                </p:nvSpPr>
                <p:spPr>
                  <a:xfrm>
                    <a:off x="6400800" y="4530534"/>
                    <a:ext cx="640080" cy="640080"/>
                  </a:xfrm>
                  <a:prstGeom prst="cub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5E7AEDDD-1FDA-4554-8EE8-11C0ACF02C33}"/>
                    </a:ext>
                  </a:extLst>
                </p:cNvPr>
                <p:cNvSpPr/>
                <p:nvPr/>
              </p:nvSpPr>
              <p:spPr>
                <a:xfrm>
                  <a:off x="4693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297CDE1D-5A74-4D7F-8718-D4FBC5380203}"/>
                    </a:ext>
                  </a:extLst>
                </p:cNvPr>
                <p:cNvSpPr/>
                <p:nvPr/>
              </p:nvSpPr>
              <p:spPr>
                <a:xfrm>
                  <a:off x="5151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E6DB3819-EAD3-4074-936A-64AE2AC06E80}"/>
                    </a:ext>
                  </a:extLst>
                </p:cNvPr>
                <p:cNvSpPr/>
                <p:nvPr/>
              </p:nvSpPr>
              <p:spPr>
                <a:xfrm>
                  <a:off x="5608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3D9BD36A-FB5F-4DBF-A2B9-29559CEA7CA5}"/>
                    </a:ext>
                  </a:extLst>
                </p:cNvPr>
                <p:cNvSpPr/>
                <p:nvPr/>
              </p:nvSpPr>
              <p:spPr>
                <a:xfrm>
                  <a:off x="60655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D82B66CE-9ACF-4845-BAB8-D3646437C598}"/>
                    </a:ext>
                  </a:extLst>
                </p:cNvPr>
                <p:cNvSpPr/>
                <p:nvPr/>
              </p:nvSpPr>
              <p:spPr>
                <a:xfrm>
                  <a:off x="65227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9CBB7410-C8E0-4499-86BC-AA494568BE3E}"/>
                    </a:ext>
                  </a:extLst>
                </p:cNvPr>
                <p:cNvSpPr/>
                <p:nvPr/>
              </p:nvSpPr>
              <p:spPr>
                <a:xfrm>
                  <a:off x="69799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18AC9931-64F0-476B-AC1A-CBDB5D4C4E5A}"/>
                    </a:ext>
                  </a:extLst>
                </p:cNvPr>
                <p:cNvSpPr/>
                <p:nvPr/>
              </p:nvSpPr>
              <p:spPr>
                <a:xfrm>
                  <a:off x="74371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E2C0798E-3CA9-49E8-A3C4-092E96F21413}"/>
                    </a:ext>
                  </a:extLst>
                </p:cNvPr>
                <p:cNvSpPr/>
                <p:nvPr/>
              </p:nvSpPr>
              <p:spPr>
                <a:xfrm>
                  <a:off x="7894320" y="4999113"/>
                  <a:ext cx="640080" cy="640080"/>
                </a:xfrm>
                <a:prstGeom prst="cub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DDA336-BFDA-440B-AABB-7152E7B228CD}"/>
                  </a:ext>
                </a:extLst>
              </p:cNvPr>
              <p:cNvGrpSpPr/>
              <p:nvPr/>
            </p:nvGrpSpPr>
            <p:grpSpPr>
              <a:xfrm>
                <a:off x="3723640" y="3443343"/>
                <a:ext cx="3992880" cy="1243811"/>
                <a:chOff x="3048000" y="4084320"/>
                <a:chExt cx="3992880" cy="1243811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2057F78-FE7C-46F5-BC1B-EC9B539F6BD6}"/>
                    </a:ext>
                  </a:extLst>
                </p:cNvPr>
                <p:cNvGrpSpPr/>
                <p:nvPr/>
              </p:nvGrpSpPr>
              <p:grpSpPr>
                <a:xfrm>
                  <a:off x="3200400" y="4084320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5B81972B-0F0A-4677-B319-A742591A27CB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" name="Cube 3">
                      <a:extLst>
                        <a:ext uri="{FF2B5EF4-FFF2-40B4-BE49-F238E27FC236}">
                          <a16:creationId xmlns:a16="http://schemas.microsoft.com/office/drawing/2014/main" id="{D12E9F1D-E1DC-4912-85E2-9678D40CB0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Cube 22">
                      <a:extLst>
                        <a:ext uri="{FF2B5EF4-FFF2-40B4-BE49-F238E27FC236}">
                          <a16:creationId xmlns:a16="http://schemas.microsoft.com/office/drawing/2014/main" id="{B14ECD2E-175F-4E28-B834-9A8B56D43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Cube 23">
                      <a:extLst>
                        <a:ext uri="{FF2B5EF4-FFF2-40B4-BE49-F238E27FC236}">
                          <a16:creationId xmlns:a16="http://schemas.microsoft.com/office/drawing/2014/main" id="{DA8EFF1B-C6F7-4E1A-871D-B428BDA0F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Cube 24">
                      <a:extLst>
                        <a:ext uri="{FF2B5EF4-FFF2-40B4-BE49-F238E27FC236}">
                          <a16:creationId xmlns:a16="http://schemas.microsoft.com/office/drawing/2014/main" id="{96E2EFB1-91FD-4C15-93C5-7EABB80B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7" name="Cube 26">
                      <a:extLst>
                        <a:ext uri="{FF2B5EF4-FFF2-40B4-BE49-F238E27FC236}">
                          <a16:creationId xmlns:a16="http://schemas.microsoft.com/office/drawing/2014/main" id="{3293913C-7A5B-4F55-8F1B-C4B5463CE3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" name="Cube 25">
                      <a:extLst>
                        <a:ext uri="{FF2B5EF4-FFF2-40B4-BE49-F238E27FC236}">
                          <a16:creationId xmlns:a16="http://schemas.microsoft.com/office/drawing/2014/main" id="{6534B603-A177-4885-8FFF-475B717A9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8" name="Cube 27">
                      <a:extLst>
                        <a:ext uri="{FF2B5EF4-FFF2-40B4-BE49-F238E27FC236}">
                          <a16:creationId xmlns:a16="http://schemas.microsoft.com/office/drawing/2014/main" id="{8E74080F-E042-4A18-9792-3812504C7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" name="Cube 28">
                      <a:extLst>
                        <a:ext uri="{FF2B5EF4-FFF2-40B4-BE49-F238E27FC236}">
                          <a16:creationId xmlns:a16="http://schemas.microsoft.com/office/drawing/2014/main" id="{5150A05B-4904-4EC0-83D0-6EC98B7A9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0FAD1048-2F73-4DB3-96B9-A211589C823E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32" name="Cube 31">
                      <a:extLst>
                        <a:ext uri="{FF2B5EF4-FFF2-40B4-BE49-F238E27FC236}">
                          <a16:creationId xmlns:a16="http://schemas.microsoft.com/office/drawing/2014/main" id="{7726BCA5-B76C-42A3-AE97-1806E36E77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" name="Cube 32">
                      <a:extLst>
                        <a:ext uri="{FF2B5EF4-FFF2-40B4-BE49-F238E27FC236}">
                          <a16:creationId xmlns:a16="http://schemas.microsoft.com/office/drawing/2014/main" id="{19A6E611-6D4B-4201-9779-DADAB4FAB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4" name="Cube 33">
                      <a:extLst>
                        <a:ext uri="{FF2B5EF4-FFF2-40B4-BE49-F238E27FC236}">
                          <a16:creationId xmlns:a16="http://schemas.microsoft.com/office/drawing/2014/main" id="{BC930304-C2DF-4652-857D-B9ADD2217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" name="Cube 34">
                      <a:extLst>
                        <a:ext uri="{FF2B5EF4-FFF2-40B4-BE49-F238E27FC236}">
                          <a16:creationId xmlns:a16="http://schemas.microsoft.com/office/drawing/2014/main" id="{225E2519-AD94-40CF-AA12-D93D40061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Cube 35">
                      <a:extLst>
                        <a:ext uri="{FF2B5EF4-FFF2-40B4-BE49-F238E27FC236}">
                          <a16:creationId xmlns:a16="http://schemas.microsoft.com/office/drawing/2014/main" id="{BD4E612A-BC40-4308-9300-CC0D6BBCE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7" name="Cube 36">
                      <a:extLst>
                        <a:ext uri="{FF2B5EF4-FFF2-40B4-BE49-F238E27FC236}">
                          <a16:creationId xmlns:a16="http://schemas.microsoft.com/office/drawing/2014/main" id="{7DBAF39F-2630-40BE-A301-6A06C1952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" name="Cube 37">
                      <a:extLst>
                        <a:ext uri="{FF2B5EF4-FFF2-40B4-BE49-F238E27FC236}">
                          <a16:creationId xmlns:a16="http://schemas.microsoft.com/office/drawing/2014/main" id="{673D9C01-FC86-45B2-ADE9-FFE6B999A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" name="Cube 38">
                      <a:extLst>
                        <a:ext uri="{FF2B5EF4-FFF2-40B4-BE49-F238E27FC236}">
                          <a16:creationId xmlns:a16="http://schemas.microsoft.com/office/drawing/2014/main" id="{79360547-1892-480A-9F2B-59121342A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195C445-9FA6-49C8-860C-0FB00CB4F630}"/>
                    </a:ext>
                  </a:extLst>
                </p:cNvPr>
                <p:cNvGrpSpPr/>
                <p:nvPr/>
              </p:nvGrpSpPr>
              <p:grpSpPr>
                <a:xfrm>
                  <a:off x="3048000" y="4241837"/>
                  <a:ext cx="3840480" cy="1086294"/>
                  <a:chOff x="3200400" y="4084320"/>
                  <a:chExt cx="3840480" cy="1086294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092F0913-F9C6-4BC9-A516-45BE75C2460F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530534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58" name="Cube 57">
                      <a:extLst>
                        <a:ext uri="{FF2B5EF4-FFF2-40B4-BE49-F238E27FC236}">
                          <a16:creationId xmlns:a16="http://schemas.microsoft.com/office/drawing/2014/main" id="{9A59D58B-EF8F-4600-96EF-BC7DF1EF3C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" name="Cube 58">
                      <a:extLst>
                        <a:ext uri="{FF2B5EF4-FFF2-40B4-BE49-F238E27FC236}">
                          <a16:creationId xmlns:a16="http://schemas.microsoft.com/office/drawing/2014/main" id="{60B63EBF-8D1A-481C-86CA-99CA21719C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" name="Cube 59">
                      <a:extLst>
                        <a:ext uri="{FF2B5EF4-FFF2-40B4-BE49-F238E27FC236}">
                          <a16:creationId xmlns:a16="http://schemas.microsoft.com/office/drawing/2014/main" id="{CF8AC757-C212-4923-9A1C-82C873C35A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Cube 60">
                      <a:extLst>
                        <a:ext uri="{FF2B5EF4-FFF2-40B4-BE49-F238E27FC236}">
                          <a16:creationId xmlns:a16="http://schemas.microsoft.com/office/drawing/2014/main" id="{F06056BC-D894-4459-AE2A-C81B538410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2" name="Cube 61">
                      <a:extLst>
                        <a:ext uri="{FF2B5EF4-FFF2-40B4-BE49-F238E27FC236}">
                          <a16:creationId xmlns:a16="http://schemas.microsoft.com/office/drawing/2014/main" id="{4B9EB5D6-5716-4706-9DDF-D45807F52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" name="Cube 62">
                      <a:extLst>
                        <a:ext uri="{FF2B5EF4-FFF2-40B4-BE49-F238E27FC236}">
                          <a16:creationId xmlns:a16="http://schemas.microsoft.com/office/drawing/2014/main" id="{2592D2C7-6337-41D5-918F-54E36E5C2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" name="Cube 63">
                      <a:extLst>
                        <a:ext uri="{FF2B5EF4-FFF2-40B4-BE49-F238E27FC236}">
                          <a16:creationId xmlns:a16="http://schemas.microsoft.com/office/drawing/2014/main" id="{A044539E-8A5A-4D64-9508-DB0935B647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" name="Cube 64">
                      <a:extLst>
                        <a:ext uri="{FF2B5EF4-FFF2-40B4-BE49-F238E27FC236}">
                          <a16:creationId xmlns:a16="http://schemas.microsoft.com/office/drawing/2014/main" id="{28B65FC1-9631-42C8-98D1-D97944EA1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74A0B284-238A-4A34-8B4E-E98EAE5D16CD}"/>
                      </a:ext>
                    </a:extLst>
                  </p:cNvPr>
                  <p:cNvGrpSpPr/>
                  <p:nvPr/>
                </p:nvGrpSpPr>
                <p:grpSpPr>
                  <a:xfrm>
                    <a:off x="3200400" y="4084320"/>
                    <a:ext cx="3840480" cy="640080"/>
                    <a:chOff x="3200400" y="4530534"/>
                    <a:chExt cx="3840480" cy="640080"/>
                  </a:xfrm>
                </p:grpSpPr>
                <p:sp>
                  <p:nvSpPr>
                    <p:cNvPr id="44" name="Cube 43">
                      <a:extLst>
                        <a:ext uri="{FF2B5EF4-FFF2-40B4-BE49-F238E27FC236}">
                          <a16:creationId xmlns:a16="http://schemas.microsoft.com/office/drawing/2014/main" id="{ADDCB041-D74C-4ECC-B860-2B618DD94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0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Cube 45">
                      <a:extLst>
                        <a:ext uri="{FF2B5EF4-FFF2-40B4-BE49-F238E27FC236}">
                          <a16:creationId xmlns:a16="http://schemas.microsoft.com/office/drawing/2014/main" id="{71472EB0-5EED-4796-AABF-106C7A2E0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7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Cube 51">
                      <a:extLst>
                        <a:ext uri="{FF2B5EF4-FFF2-40B4-BE49-F238E27FC236}">
                          <a16:creationId xmlns:a16="http://schemas.microsoft.com/office/drawing/2014/main" id="{49AFFA6C-1836-4CB7-BECD-297B1000E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4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" name="Cube 52">
                      <a:extLst>
                        <a:ext uri="{FF2B5EF4-FFF2-40B4-BE49-F238E27FC236}">
                          <a16:creationId xmlns:a16="http://schemas.microsoft.com/office/drawing/2014/main" id="{4168151B-812D-407D-97C2-0468171CE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Cube 53">
                      <a:extLst>
                        <a:ext uri="{FF2B5EF4-FFF2-40B4-BE49-F238E27FC236}">
                          <a16:creationId xmlns:a16="http://schemas.microsoft.com/office/drawing/2014/main" id="{F3ABE12F-B42B-4338-A3D5-CCF1F699A5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92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Cube 54">
                      <a:extLst>
                        <a:ext uri="{FF2B5EF4-FFF2-40B4-BE49-F238E27FC236}">
                          <a16:creationId xmlns:a16="http://schemas.microsoft.com/office/drawing/2014/main" id="{7A947FE8-A7C7-4E72-9724-88F56722E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" name="Cube 55">
                      <a:extLst>
                        <a:ext uri="{FF2B5EF4-FFF2-40B4-BE49-F238E27FC236}">
                          <a16:creationId xmlns:a16="http://schemas.microsoft.com/office/drawing/2014/main" id="{F88CF00A-66AC-41ED-9D5A-032D42896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36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7" name="Cube 56">
                      <a:extLst>
                        <a:ext uri="{FF2B5EF4-FFF2-40B4-BE49-F238E27FC236}">
                          <a16:creationId xmlns:a16="http://schemas.microsoft.com/office/drawing/2014/main" id="{E476916A-D1CD-498A-BDC9-212841BD9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00800" y="4530534"/>
                      <a:ext cx="640080" cy="640080"/>
                    </a:xfrm>
                    <a:prstGeom prst="cub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16E34D-17AC-47E4-99FD-DACAA4A09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0" y="3181465"/>
              <a:ext cx="1640840" cy="39993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BE97-0516-412B-918E-0D7EF0FB18FD}"/>
                </a:ext>
              </a:extLst>
            </p:cNvPr>
            <p:cNvCxnSpPr>
              <a:cxnSpLocks/>
            </p:cNvCxnSpPr>
            <p:nvPr/>
          </p:nvCxnSpPr>
          <p:spPr>
            <a:xfrm>
              <a:off x="2037080" y="4395057"/>
              <a:ext cx="1508760" cy="375795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CE2BD9-D2B2-4437-8E42-9A3D596E241B}"/>
                </a:ext>
              </a:extLst>
            </p:cNvPr>
            <p:cNvSpPr txBox="1"/>
            <p:nvPr/>
          </p:nvSpPr>
          <p:spPr>
            <a:xfrm>
              <a:off x="3809593" y="4770852"/>
              <a:ext cx="2185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thread blocks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441D71-7DED-4822-BE68-13A706700467}"/>
              </a:ext>
            </a:extLst>
          </p:cNvPr>
          <p:cNvCxnSpPr/>
          <p:nvPr/>
        </p:nvCxnSpPr>
        <p:spPr>
          <a:xfrm>
            <a:off x="6527446" y="3628058"/>
            <a:ext cx="214884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324BE6-9ADE-4E1C-9425-1C74FC7F2718}"/>
              </a:ext>
            </a:extLst>
          </p:cNvPr>
          <p:cNvSpPr txBox="1"/>
          <p:nvPr/>
        </p:nvSpPr>
        <p:spPr>
          <a:xfrm>
            <a:off x="7406941" y="312848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02E03DE-2FD3-477C-BBDC-0BD94F799BB7}"/>
              </a:ext>
            </a:extLst>
          </p:cNvPr>
          <p:cNvCxnSpPr>
            <a:cxnSpLocks/>
          </p:cNvCxnSpPr>
          <p:nvPr/>
        </p:nvCxnSpPr>
        <p:spPr>
          <a:xfrm>
            <a:off x="9337490" y="3828130"/>
            <a:ext cx="0" cy="971457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74F65E2A-93F2-46B3-814B-E624C4A1D83F}"/>
              </a:ext>
            </a:extLst>
          </p:cNvPr>
          <p:cNvSpPr txBox="1"/>
          <p:nvPr/>
        </p:nvSpPr>
        <p:spPr>
          <a:xfrm>
            <a:off x="9416430" y="4083025"/>
            <a:ext cx="3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52CB036-72F5-4D9E-8CC0-CE50BE29BEF9}"/>
              </a:ext>
            </a:extLst>
          </p:cNvPr>
          <p:cNvCxnSpPr>
            <a:cxnSpLocks/>
          </p:cNvCxnSpPr>
          <p:nvPr/>
        </p:nvCxnSpPr>
        <p:spPr>
          <a:xfrm flipH="1">
            <a:off x="8910320" y="5298568"/>
            <a:ext cx="426720" cy="476609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5F9EB29-025C-4A3A-90D6-7002F1511D18}"/>
              </a:ext>
            </a:extLst>
          </p:cNvPr>
          <p:cNvSpPr txBox="1"/>
          <p:nvPr/>
        </p:nvSpPr>
        <p:spPr>
          <a:xfrm>
            <a:off x="9184233" y="5503040"/>
            <a:ext cx="38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849002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Box 3">
            <a:extLst>
              <a:ext uri="{FF2B5EF4-FFF2-40B4-BE49-F238E27FC236}">
                <a16:creationId xmlns:a16="http://schemas.microsoft.com/office/drawing/2014/main" id="{C5D2A5C3-6DC9-4529-9654-0AFE7B22A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84004"/>
            <a:ext cx="8534400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973138" indent="-401638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Number of blocks in each dimension is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blockDim.x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… 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blockDim.y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…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blockDim.z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…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1200" dirty="0"/>
              <a:t>© 2020 by S. S. Lumetta</a:t>
            </a:r>
          </a:p>
        </p:txBody>
      </p:sp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53400" y="6457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847CD68-13AA-446C-B509-5137E3F89AA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>
                <a:buFont typeface="Arial" panose="020B0604020202020204" pitchFamily="34" charset="0"/>
                <a:buNone/>
              </a:pPr>
              <a:t>13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09600" y="21575"/>
            <a:ext cx="10972800" cy="833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44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</a:t>
            </a:r>
            <a:r>
              <a:rPr lang="en-US" altLang="en-US" sz="4400" dirty="0">
                <a:solidFill>
                  <a:srgbClr val="000000"/>
                </a:solidFill>
                <a:latin typeface="Arial" panose="020B0604020202020204" pitchFamily="34" charset="0"/>
              </a:rPr>
              <a:t>: # of Threads per Block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F166CD3-4EF5-445B-8BF8-AD2F97159FA2}"/>
              </a:ext>
            </a:extLst>
          </p:cNvPr>
          <p:cNvSpPr txBox="1"/>
          <p:nvPr/>
        </p:nvSpPr>
        <p:spPr>
          <a:xfrm>
            <a:off x="5253758" y="1534100"/>
            <a:ext cx="38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30F3887-EDD6-4073-A448-5A2A4473CB58}"/>
              </a:ext>
            </a:extLst>
          </p:cNvPr>
          <p:cNvSpPr txBox="1"/>
          <p:nvPr/>
        </p:nvSpPr>
        <p:spPr>
          <a:xfrm>
            <a:off x="5253758" y="2015717"/>
            <a:ext cx="38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60C4B03-A430-46F2-A773-6E740B8D132D}"/>
              </a:ext>
            </a:extLst>
          </p:cNvPr>
          <p:cNvSpPr txBox="1"/>
          <p:nvPr/>
        </p:nvSpPr>
        <p:spPr>
          <a:xfrm>
            <a:off x="5253758" y="2497334"/>
            <a:ext cx="38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D9D894-E9E0-4FA7-B7F0-51D54789E27C}"/>
              </a:ext>
            </a:extLst>
          </p:cNvPr>
          <p:cNvGrpSpPr/>
          <p:nvPr/>
        </p:nvGrpSpPr>
        <p:grpSpPr>
          <a:xfrm>
            <a:off x="5791200" y="1534100"/>
            <a:ext cx="3571112" cy="2306256"/>
            <a:chOff x="3787836" y="3246236"/>
            <a:chExt cx="3571112" cy="230625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38DC182-31C9-4CC9-B304-A8ED40B48C6F}"/>
                </a:ext>
              </a:extLst>
            </p:cNvPr>
            <p:cNvGrpSpPr/>
            <p:nvPr/>
          </p:nvGrpSpPr>
          <p:grpSpPr>
            <a:xfrm>
              <a:off x="3787836" y="3910466"/>
              <a:ext cx="2920210" cy="1172526"/>
              <a:chOff x="5285260" y="5075874"/>
              <a:chExt cx="2920210" cy="117252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000D453-D1F1-4741-9776-99661B2266E8}"/>
                  </a:ext>
                </a:extLst>
              </p:cNvPr>
              <p:cNvGrpSpPr/>
              <p:nvPr/>
            </p:nvGrpSpPr>
            <p:grpSpPr>
              <a:xfrm>
                <a:off x="6811010" y="5075874"/>
                <a:ext cx="1394460" cy="1172526"/>
                <a:chOff x="5509260" y="5247658"/>
                <a:chExt cx="1394460" cy="1172526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1416485-3A26-429E-BBDD-F5C499B719F2}"/>
                    </a:ext>
                  </a:extLst>
                </p:cNvPr>
                <p:cNvGrpSpPr/>
                <p:nvPr/>
              </p:nvGrpSpPr>
              <p:grpSpPr>
                <a:xfrm>
                  <a:off x="5669280" y="5247658"/>
                  <a:ext cx="1234440" cy="1017347"/>
                  <a:chOff x="5669280" y="5247658"/>
                  <a:chExt cx="1234440" cy="1017347"/>
                </a:xfrm>
              </p:grpSpPr>
              <p:sp>
                <p:nvSpPr>
                  <p:cNvPr id="67" name="Cube 66">
                    <a:extLst>
                      <a:ext uri="{FF2B5EF4-FFF2-40B4-BE49-F238E27FC236}">
                        <a16:creationId xmlns:a16="http://schemas.microsoft.com/office/drawing/2014/main" id="{692E938F-1BA8-4A59-B6D1-9E64DD0FF0C1}"/>
                      </a:ext>
                    </a:extLst>
                  </p:cNvPr>
                  <p:cNvSpPr/>
                  <p:nvPr/>
                </p:nvSpPr>
                <p:spPr>
                  <a:xfrm>
                    <a:off x="56692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" name="Cube 67">
                    <a:extLst>
                      <a:ext uri="{FF2B5EF4-FFF2-40B4-BE49-F238E27FC236}">
                        <a16:creationId xmlns:a16="http://schemas.microsoft.com/office/drawing/2014/main" id="{1DCB1179-D041-498F-A0EF-4F65E76C546B}"/>
                      </a:ext>
                    </a:extLst>
                  </p:cNvPr>
                  <p:cNvSpPr/>
                  <p:nvPr/>
                </p:nvSpPr>
                <p:spPr>
                  <a:xfrm>
                    <a:off x="58978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" name="Cube 68">
                    <a:extLst>
                      <a:ext uri="{FF2B5EF4-FFF2-40B4-BE49-F238E27FC236}">
                        <a16:creationId xmlns:a16="http://schemas.microsoft.com/office/drawing/2014/main" id="{1A64BFA6-E0C1-4109-A34C-4947DC87FE7F}"/>
                      </a:ext>
                    </a:extLst>
                  </p:cNvPr>
                  <p:cNvSpPr/>
                  <p:nvPr/>
                </p:nvSpPr>
                <p:spPr>
                  <a:xfrm>
                    <a:off x="61264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" name="Cube 69">
                    <a:extLst>
                      <a:ext uri="{FF2B5EF4-FFF2-40B4-BE49-F238E27FC236}">
                        <a16:creationId xmlns:a16="http://schemas.microsoft.com/office/drawing/2014/main" id="{7E0E4EB5-230C-43EB-8C73-4557D69FA2E9}"/>
                      </a:ext>
                    </a:extLst>
                  </p:cNvPr>
                  <p:cNvSpPr/>
                  <p:nvPr/>
                </p:nvSpPr>
                <p:spPr>
                  <a:xfrm>
                    <a:off x="63550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" name="Cube 113">
                    <a:extLst>
                      <a:ext uri="{FF2B5EF4-FFF2-40B4-BE49-F238E27FC236}">
                        <a16:creationId xmlns:a16="http://schemas.microsoft.com/office/drawing/2014/main" id="{4F2B05DB-3B5B-4F31-89AA-7D7AD6E71855}"/>
                      </a:ext>
                    </a:extLst>
                  </p:cNvPr>
                  <p:cNvSpPr/>
                  <p:nvPr/>
                </p:nvSpPr>
                <p:spPr>
                  <a:xfrm>
                    <a:off x="56692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" name="Cube 114">
                    <a:extLst>
                      <a:ext uri="{FF2B5EF4-FFF2-40B4-BE49-F238E27FC236}">
                        <a16:creationId xmlns:a16="http://schemas.microsoft.com/office/drawing/2014/main" id="{EA2E55BC-8590-4C1D-A137-10510B83AE14}"/>
                      </a:ext>
                    </a:extLst>
                  </p:cNvPr>
                  <p:cNvSpPr/>
                  <p:nvPr/>
                </p:nvSpPr>
                <p:spPr>
                  <a:xfrm>
                    <a:off x="58978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" name="Cube 115">
                    <a:extLst>
                      <a:ext uri="{FF2B5EF4-FFF2-40B4-BE49-F238E27FC236}">
                        <a16:creationId xmlns:a16="http://schemas.microsoft.com/office/drawing/2014/main" id="{93C0D2A8-716A-4D81-A347-938C98EC53E7}"/>
                      </a:ext>
                    </a:extLst>
                  </p:cNvPr>
                  <p:cNvSpPr/>
                  <p:nvPr/>
                </p:nvSpPr>
                <p:spPr>
                  <a:xfrm>
                    <a:off x="61264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Cube 116">
                    <a:extLst>
                      <a:ext uri="{FF2B5EF4-FFF2-40B4-BE49-F238E27FC236}">
                        <a16:creationId xmlns:a16="http://schemas.microsoft.com/office/drawing/2014/main" id="{F8AD41A5-6EDB-40BE-AA42-FA9A7B496113}"/>
                      </a:ext>
                    </a:extLst>
                  </p:cNvPr>
                  <p:cNvSpPr/>
                  <p:nvPr/>
                </p:nvSpPr>
                <p:spPr>
                  <a:xfrm>
                    <a:off x="63550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6" name="Cube 125">
                    <a:extLst>
                      <a:ext uri="{FF2B5EF4-FFF2-40B4-BE49-F238E27FC236}">
                        <a16:creationId xmlns:a16="http://schemas.microsoft.com/office/drawing/2014/main" id="{8DD14328-FB65-4887-AA97-0D24ACA5C707}"/>
                      </a:ext>
                    </a:extLst>
                  </p:cNvPr>
                  <p:cNvSpPr/>
                  <p:nvPr/>
                </p:nvSpPr>
                <p:spPr>
                  <a:xfrm>
                    <a:off x="56692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" name="Cube 126">
                    <a:extLst>
                      <a:ext uri="{FF2B5EF4-FFF2-40B4-BE49-F238E27FC236}">
                        <a16:creationId xmlns:a16="http://schemas.microsoft.com/office/drawing/2014/main" id="{413F1EDD-4526-4095-B734-0E9C6268E0FE}"/>
                      </a:ext>
                    </a:extLst>
                  </p:cNvPr>
                  <p:cNvSpPr/>
                  <p:nvPr/>
                </p:nvSpPr>
                <p:spPr>
                  <a:xfrm>
                    <a:off x="58978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Cube 127">
                    <a:extLst>
                      <a:ext uri="{FF2B5EF4-FFF2-40B4-BE49-F238E27FC236}">
                        <a16:creationId xmlns:a16="http://schemas.microsoft.com/office/drawing/2014/main" id="{B700C65F-EF7D-482B-8045-10F30E620FB5}"/>
                      </a:ext>
                    </a:extLst>
                  </p:cNvPr>
                  <p:cNvSpPr/>
                  <p:nvPr/>
                </p:nvSpPr>
                <p:spPr>
                  <a:xfrm>
                    <a:off x="61264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" name="Cube 128">
                    <a:extLst>
                      <a:ext uri="{FF2B5EF4-FFF2-40B4-BE49-F238E27FC236}">
                        <a16:creationId xmlns:a16="http://schemas.microsoft.com/office/drawing/2014/main" id="{1A9FC548-F3CA-47E4-BE90-7900C32C6787}"/>
                      </a:ext>
                    </a:extLst>
                  </p:cNvPr>
                  <p:cNvSpPr/>
                  <p:nvPr/>
                </p:nvSpPr>
                <p:spPr>
                  <a:xfrm>
                    <a:off x="63550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Cube 121">
                    <a:extLst>
                      <a:ext uri="{FF2B5EF4-FFF2-40B4-BE49-F238E27FC236}">
                        <a16:creationId xmlns:a16="http://schemas.microsoft.com/office/drawing/2014/main" id="{3ED1DAC2-A939-40D3-B979-2419FD4D1AE2}"/>
                      </a:ext>
                    </a:extLst>
                  </p:cNvPr>
                  <p:cNvSpPr/>
                  <p:nvPr/>
                </p:nvSpPr>
                <p:spPr>
                  <a:xfrm>
                    <a:off x="56692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Cube 122">
                    <a:extLst>
                      <a:ext uri="{FF2B5EF4-FFF2-40B4-BE49-F238E27FC236}">
                        <a16:creationId xmlns:a16="http://schemas.microsoft.com/office/drawing/2014/main" id="{AA9E217A-6151-42BB-86B4-8C2BEC12D3BF}"/>
                      </a:ext>
                    </a:extLst>
                  </p:cNvPr>
                  <p:cNvSpPr/>
                  <p:nvPr/>
                </p:nvSpPr>
                <p:spPr>
                  <a:xfrm>
                    <a:off x="58978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" name="Cube 123">
                    <a:extLst>
                      <a:ext uri="{FF2B5EF4-FFF2-40B4-BE49-F238E27FC236}">
                        <a16:creationId xmlns:a16="http://schemas.microsoft.com/office/drawing/2014/main" id="{DB797417-E392-41F2-BD0D-6B2C742F2EF3}"/>
                      </a:ext>
                    </a:extLst>
                  </p:cNvPr>
                  <p:cNvSpPr/>
                  <p:nvPr/>
                </p:nvSpPr>
                <p:spPr>
                  <a:xfrm>
                    <a:off x="61264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5" name="Cube 124">
                    <a:extLst>
                      <a:ext uri="{FF2B5EF4-FFF2-40B4-BE49-F238E27FC236}">
                        <a16:creationId xmlns:a16="http://schemas.microsoft.com/office/drawing/2014/main" id="{14DD006F-5576-46E4-BC80-0B07190681D6}"/>
                      </a:ext>
                    </a:extLst>
                  </p:cNvPr>
                  <p:cNvSpPr/>
                  <p:nvPr/>
                </p:nvSpPr>
                <p:spPr>
                  <a:xfrm>
                    <a:off x="63550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Cube 136">
                    <a:extLst>
                      <a:ext uri="{FF2B5EF4-FFF2-40B4-BE49-F238E27FC236}">
                        <a16:creationId xmlns:a16="http://schemas.microsoft.com/office/drawing/2014/main" id="{AA1D0148-A31D-4538-BCB4-C74B72FC49FC}"/>
                      </a:ext>
                    </a:extLst>
                  </p:cNvPr>
                  <p:cNvSpPr/>
                  <p:nvPr/>
                </p:nvSpPr>
                <p:spPr>
                  <a:xfrm>
                    <a:off x="6583680" y="59449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Cube 132">
                    <a:extLst>
                      <a:ext uri="{FF2B5EF4-FFF2-40B4-BE49-F238E27FC236}">
                        <a16:creationId xmlns:a16="http://schemas.microsoft.com/office/drawing/2014/main" id="{B54AB74E-2295-4139-BEAC-87C77B732ED4}"/>
                      </a:ext>
                    </a:extLst>
                  </p:cNvPr>
                  <p:cNvSpPr/>
                  <p:nvPr/>
                </p:nvSpPr>
                <p:spPr>
                  <a:xfrm>
                    <a:off x="6583680" y="57163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8" name="Cube 147">
                    <a:extLst>
                      <a:ext uri="{FF2B5EF4-FFF2-40B4-BE49-F238E27FC236}">
                        <a16:creationId xmlns:a16="http://schemas.microsoft.com/office/drawing/2014/main" id="{5D97503E-73F4-4D52-83D5-D776F700955B}"/>
                      </a:ext>
                    </a:extLst>
                  </p:cNvPr>
                  <p:cNvSpPr/>
                  <p:nvPr/>
                </p:nvSpPr>
                <p:spPr>
                  <a:xfrm>
                    <a:off x="6583680" y="54776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Cube 143">
                    <a:extLst>
                      <a:ext uri="{FF2B5EF4-FFF2-40B4-BE49-F238E27FC236}">
                        <a16:creationId xmlns:a16="http://schemas.microsoft.com/office/drawing/2014/main" id="{14118F89-36FF-4AEA-B0F9-BBCA23D07976}"/>
                      </a:ext>
                    </a:extLst>
                  </p:cNvPr>
                  <p:cNvSpPr/>
                  <p:nvPr/>
                </p:nvSpPr>
                <p:spPr>
                  <a:xfrm>
                    <a:off x="6583680" y="52490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24BD8744-3D8F-4831-BA2E-AEC3F023ADEC}"/>
                    </a:ext>
                  </a:extLst>
                </p:cNvPr>
                <p:cNvGrpSpPr/>
                <p:nvPr/>
              </p:nvGrpSpPr>
              <p:grpSpPr>
                <a:xfrm>
                  <a:off x="5596128" y="5321808"/>
                  <a:ext cx="1234440" cy="1017347"/>
                  <a:chOff x="5669280" y="5247658"/>
                  <a:chExt cx="1234440" cy="1017347"/>
                </a:xfrm>
              </p:grpSpPr>
              <p:sp>
                <p:nvSpPr>
                  <p:cNvPr id="154" name="Cube 153">
                    <a:extLst>
                      <a:ext uri="{FF2B5EF4-FFF2-40B4-BE49-F238E27FC236}">
                        <a16:creationId xmlns:a16="http://schemas.microsoft.com/office/drawing/2014/main" id="{AC3D4A72-AA4E-4695-B426-98DC1B64CAE9}"/>
                      </a:ext>
                    </a:extLst>
                  </p:cNvPr>
                  <p:cNvSpPr/>
                  <p:nvPr/>
                </p:nvSpPr>
                <p:spPr>
                  <a:xfrm>
                    <a:off x="56692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Cube 154">
                    <a:extLst>
                      <a:ext uri="{FF2B5EF4-FFF2-40B4-BE49-F238E27FC236}">
                        <a16:creationId xmlns:a16="http://schemas.microsoft.com/office/drawing/2014/main" id="{69D8F322-AC75-45EE-B556-496C56917847}"/>
                      </a:ext>
                    </a:extLst>
                  </p:cNvPr>
                  <p:cNvSpPr/>
                  <p:nvPr/>
                </p:nvSpPr>
                <p:spPr>
                  <a:xfrm>
                    <a:off x="58978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" name="Cube 155">
                    <a:extLst>
                      <a:ext uri="{FF2B5EF4-FFF2-40B4-BE49-F238E27FC236}">
                        <a16:creationId xmlns:a16="http://schemas.microsoft.com/office/drawing/2014/main" id="{7EB06FEA-2F1A-44AF-BFA7-6C8A100AC5DF}"/>
                      </a:ext>
                    </a:extLst>
                  </p:cNvPr>
                  <p:cNvSpPr/>
                  <p:nvPr/>
                </p:nvSpPr>
                <p:spPr>
                  <a:xfrm>
                    <a:off x="61264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" name="Cube 156">
                    <a:extLst>
                      <a:ext uri="{FF2B5EF4-FFF2-40B4-BE49-F238E27FC236}">
                        <a16:creationId xmlns:a16="http://schemas.microsoft.com/office/drawing/2014/main" id="{3E8719AA-3951-4174-A007-BC2C1EE5E933}"/>
                      </a:ext>
                    </a:extLst>
                  </p:cNvPr>
                  <p:cNvSpPr/>
                  <p:nvPr/>
                </p:nvSpPr>
                <p:spPr>
                  <a:xfrm>
                    <a:off x="63550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" name="Cube 157">
                    <a:extLst>
                      <a:ext uri="{FF2B5EF4-FFF2-40B4-BE49-F238E27FC236}">
                        <a16:creationId xmlns:a16="http://schemas.microsoft.com/office/drawing/2014/main" id="{20EC8F33-ECAB-442B-8906-EA7B5879A998}"/>
                      </a:ext>
                    </a:extLst>
                  </p:cNvPr>
                  <p:cNvSpPr/>
                  <p:nvPr/>
                </p:nvSpPr>
                <p:spPr>
                  <a:xfrm>
                    <a:off x="56692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" name="Cube 158">
                    <a:extLst>
                      <a:ext uri="{FF2B5EF4-FFF2-40B4-BE49-F238E27FC236}">
                        <a16:creationId xmlns:a16="http://schemas.microsoft.com/office/drawing/2014/main" id="{1359CAFB-20B8-460E-AD85-A495CD3DF381}"/>
                      </a:ext>
                    </a:extLst>
                  </p:cNvPr>
                  <p:cNvSpPr/>
                  <p:nvPr/>
                </p:nvSpPr>
                <p:spPr>
                  <a:xfrm>
                    <a:off x="58978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0" name="Cube 159">
                    <a:extLst>
                      <a:ext uri="{FF2B5EF4-FFF2-40B4-BE49-F238E27FC236}">
                        <a16:creationId xmlns:a16="http://schemas.microsoft.com/office/drawing/2014/main" id="{6B599544-9471-43F7-A5EB-3F757961C684}"/>
                      </a:ext>
                    </a:extLst>
                  </p:cNvPr>
                  <p:cNvSpPr/>
                  <p:nvPr/>
                </p:nvSpPr>
                <p:spPr>
                  <a:xfrm>
                    <a:off x="61264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Cube 160">
                    <a:extLst>
                      <a:ext uri="{FF2B5EF4-FFF2-40B4-BE49-F238E27FC236}">
                        <a16:creationId xmlns:a16="http://schemas.microsoft.com/office/drawing/2014/main" id="{9A454908-F1CD-4BE1-B88E-B55918A61AF6}"/>
                      </a:ext>
                    </a:extLst>
                  </p:cNvPr>
                  <p:cNvSpPr/>
                  <p:nvPr/>
                </p:nvSpPr>
                <p:spPr>
                  <a:xfrm>
                    <a:off x="63550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" name="Cube 161">
                    <a:extLst>
                      <a:ext uri="{FF2B5EF4-FFF2-40B4-BE49-F238E27FC236}">
                        <a16:creationId xmlns:a16="http://schemas.microsoft.com/office/drawing/2014/main" id="{E39498AC-C1EE-44CB-86C7-62E9B0284369}"/>
                      </a:ext>
                    </a:extLst>
                  </p:cNvPr>
                  <p:cNvSpPr/>
                  <p:nvPr/>
                </p:nvSpPr>
                <p:spPr>
                  <a:xfrm>
                    <a:off x="56692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" name="Cube 162">
                    <a:extLst>
                      <a:ext uri="{FF2B5EF4-FFF2-40B4-BE49-F238E27FC236}">
                        <a16:creationId xmlns:a16="http://schemas.microsoft.com/office/drawing/2014/main" id="{37F83C66-CE96-40F6-BD74-82E4DF75235C}"/>
                      </a:ext>
                    </a:extLst>
                  </p:cNvPr>
                  <p:cNvSpPr/>
                  <p:nvPr/>
                </p:nvSpPr>
                <p:spPr>
                  <a:xfrm>
                    <a:off x="58978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" name="Cube 163">
                    <a:extLst>
                      <a:ext uri="{FF2B5EF4-FFF2-40B4-BE49-F238E27FC236}">
                        <a16:creationId xmlns:a16="http://schemas.microsoft.com/office/drawing/2014/main" id="{3923BD52-8749-4A3D-B9B0-7155DACDF429}"/>
                      </a:ext>
                    </a:extLst>
                  </p:cNvPr>
                  <p:cNvSpPr/>
                  <p:nvPr/>
                </p:nvSpPr>
                <p:spPr>
                  <a:xfrm>
                    <a:off x="61264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5" name="Cube 164">
                    <a:extLst>
                      <a:ext uri="{FF2B5EF4-FFF2-40B4-BE49-F238E27FC236}">
                        <a16:creationId xmlns:a16="http://schemas.microsoft.com/office/drawing/2014/main" id="{2F722DF3-B6F1-4917-A2C4-67A3E9DE044A}"/>
                      </a:ext>
                    </a:extLst>
                  </p:cNvPr>
                  <p:cNvSpPr/>
                  <p:nvPr/>
                </p:nvSpPr>
                <p:spPr>
                  <a:xfrm>
                    <a:off x="63550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" name="Cube 165">
                    <a:extLst>
                      <a:ext uri="{FF2B5EF4-FFF2-40B4-BE49-F238E27FC236}">
                        <a16:creationId xmlns:a16="http://schemas.microsoft.com/office/drawing/2014/main" id="{9BE62ABB-127C-4675-B3BF-7E37EFA8959E}"/>
                      </a:ext>
                    </a:extLst>
                  </p:cNvPr>
                  <p:cNvSpPr/>
                  <p:nvPr/>
                </p:nvSpPr>
                <p:spPr>
                  <a:xfrm>
                    <a:off x="56692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" name="Cube 166">
                    <a:extLst>
                      <a:ext uri="{FF2B5EF4-FFF2-40B4-BE49-F238E27FC236}">
                        <a16:creationId xmlns:a16="http://schemas.microsoft.com/office/drawing/2014/main" id="{5D43065F-A2FD-4D30-92B3-1F16F436E647}"/>
                      </a:ext>
                    </a:extLst>
                  </p:cNvPr>
                  <p:cNvSpPr/>
                  <p:nvPr/>
                </p:nvSpPr>
                <p:spPr>
                  <a:xfrm>
                    <a:off x="58978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" name="Cube 167">
                    <a:extLst>
                      <a:ext uri="{FF2B5EF4-FFF2-40B4-BE49-F238E27FC236}">
                        <a16:creationId xmlns:a16="http://schemas.microsoft.com/office/drawing/2014/main" id="{8C16262D-35AF-4D43-A200-B0D9E4AA649C}"/>
                      </a:ext>
                    </a:extLst>
                  </p:cNvPr>
                  <p:cNvSpPr/>
                  <p:nvPr/>
                </p:nvSpPr>
                <p:spPr>
                  <a:xfrm>
                    <a:off x="61264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" name="Cube 168">
                    <a:extLst>
                      <a:ext uri="{FF2B5EF4-FFF2-40B4-BE49-F238E27FC236}">
                        <a16:creationId xmlns:a16="http://schemas.microsoft.com/office/drawing/2014/main" id="{31FFCB71-BF6A-46AC-9845-E311B3027B03}"/>
                      </a:ext>
                    </a:extLst>
                  </p:cNvPr>
                  <p:cNvSpPr/>
                  <p:nvPr/>
                </p:nvSpPr>
                <p:spPr>
                  <a:xfrm>
                    <a:off x="63550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0" name="Cube 169">
                    <a:extLst>
                      <a:ext uri="{FF2B5EF4-FFF2-40B4-BE49-F238E27FC236}">
                        <a16:creationId xmlns:a16="http://schemas.microsoft.com/office/drawing/2014/main" id="{EEF30383-F52D-47D1-9119-2147F6F1EB33}"/>
                      </a:ext>
                    </a:extLst>
                  </p:cNvPr>
                  <p:cNvSpPr/>
                  <p:nvPr/>
                </p:nvSpPr>
                <p:spPr>
                  <a:xfrm>
                    <a:off x="6583680" y="59449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" name="Cube 170">
                    <a:extLst>
                      <a:ext uri="{FF2B5EF4-FFF2-40B4-BE49-F238E27FC236}">
                        <a16:creationId xmlns:a16="http://schemas.microsoft.com/office/drawing/2014/main" id="{21FF261D-F579-4F06-956F-646B5EA1C855}"/>
                      </a:ext>
                    </a:extLst>
                  </p:cNvPr>
                  <p:cNvSpPr/>
                  <p:nvPr/>
                </p:nvSpPr>
                <p:spPr>
                  <a:xfrm>
                    <a:off x="6583680" y="57163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Cube 171">
                    <a:extLst>
                      <a:ext uri="{FF2B5EF4-FFF2-40B4-BE49-F238E27FC236}">
                        <a16:creationId xmlns:a16="http://schemas.microsoft.com/office/drawing/2014/main" id="{C611D9B4-1C43-40D5-8E51-87C8EE1B0410}"/>
                      </a:ext>
                    </a:extLst>
                  </p:cNvPr>
                  <p:cNvSpPr/>
                  <p:nvPr/>
                </p:nvSpPr>
                <p:spPr>
                  <a:xfrm>
                    <a:off x="6583680" y="54776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" name="Cube 172">
                    <a:extLst>
                      <a:ext uri="{FF2B5EF4-FFF2-40B4-BE49-F238E27FC236}">
                        <a16:creationId xmlns:a16="http://schemas.microsoft.com/office/drawing/2014/main" id="{6F0981A9-2B9B-45A1-B15D-20EE714DCC59}"/>
                      </a:ext>
                    </a:extLst>
                  </p:cNvPr>
                  <p:cNvSpPr/>
                  <p:nvPr/>
                </p:nvSpPr>
                <p:spPr>
                  <a:xfrm>
                    <a:off x="6583680" y="52490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7588EB84-9E23-4F5B-A465-A2FD8ED7632A}"/>
                    </a:ext>
                  </a:extLst>
                </p:cNvPr>
                <p:cNvGrpSpPr/>
                <p:nvPr/>
              </p:nvGrpSpPr>
              <p:grpSpPr>
                <a:xfrm>
                  <a:off x="5509260" y="5402837"/>
                  <a:ext cx="1234440" cy="1017347"/>
                  <a:chOff x="5669280" y="5247658"/>
                  <a:chExt cx="1234440" cy="1017347"/>
                </a:xfrm>
              </p:grpSpPr>
              <p:sp>
                <p:nvSpPr>
                  <p:cNvPr id="175" name="Cube 174">
                    <a:extLst>
                      <a:ext uri="{FF2B5EF4-FFF2-40B4-BE49-F238E27FC236}">
                        <a16:creationId xmlns:a16="http://schemas.microsoft.com/office/drawing/2014/main" id="{2DA7C4E7-0C45-465C-AD27-01B2C7D70840}"/>
                      </a:ext>
                    </a:extLst>
                  </p:cNvPr>
                  <p:cNvSpPr/>
                  <p:nvPr/>
                </p:nvSpPr>
                <p:spPr>
                  <a:xfrm>
                    <a:off x="56692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Cube 175">
                    <a:extLst>
                      <a:ext uri="{FF2B5EF4-FFF2-40B4-BE49-F238E27FC236}">
                        <a16:creationId xmlns:a16="http://schemas.microsoft.com/office/drawing/2014/main" id="{0D36775F-992C-4D31-AE89-24C2AA080278}"/>
                      </a:ext>
                    </a:extLst>
                  </p:cNvPr>
                  <p:cNvSpPr/>
                  <p:nvPr/>
                </p:nvSpPr>
                <p:spPr>
                  <a:xfrm>
                    <a:off x="58978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" name="Cube 176">
                    <a:extLst>
                      <a:ext uri="{FF2B5EF4-FFF2-40B4-BE49-F238E27FC236}">
                        <a16:creationId xmlns:a16="http://schemas.microsoft.com/office/drawing/2014/main" id="{1362216F-7E4B-48F9-A985-ECB511A9935B}"/>
                      </a:ext>
                    </a:extLst>
                  </p:cNvPr>
                  <p:cNvSpPr/>
                  <p:nvPr/>
                </p:nvSpPr>
                <p:spPr>
                  <a:xfrm>
                    <a:off x="61264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" name="Cube 177">
                    <a:extLst>
                      <a:ext uri="{FF2B5EF4-FFF2-40B4-BE49-F238E27FC236}">
                        <a16:creationId xmlns:a16="http://schemas.microsoft.com/office/drawing/2014/main" id="{BA56018E-10D4-46C1-850E-177BC3D22249}"/>
                      </a:ext>
                    </a:extLst>
                  </p:cNvPr>
                  <p:cNvSpPr/>
                  <p:nvPr/>
                </p:nvSpPr>
                <p:spPr>
                  <a:xfrm>
                    <a:off x="63550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" name="Cube 178">
                    <a:extLst>
                      <a:ext uri="{FF2B5EF4-FFF2-40B4-BE49-F238E27FC236}">
                        <a16:creationId xmlns:a16="http://schemas.microsoft.com/office/drawing/2014/main" id="{FFA6E6D5-EC66-42FE-86FC-14186E17A051}"/>
                      </a:ext>
                    </a:extLst>
                  </p:cNvPr>
                  <p:cNvSpPr/>
                  <p:nvPr/>
                </p:nvSpPr>
                <p:spPr>
                  <a:xfrm>
                    <a:off x="56692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" name="Cube 179">
                    <a:extLst>
                      <a:ext uri="{FF2B5EF4-FFF2-40B4-BE49-F238E27FC236}">
                        <a16:creationId xmlns:a16="http://schemas.microsoft.com/office/drawing/2014/main" id="{32745B87-4514-4E4E-B77F-789BFA1F67B6}"/>
                      </a:ext>
                    </a:extLst>
                  </p:cNvPr>
                  <p:cNvSpPr/>
                  <p:nvPr/>
                </p:nvSpPr>
                <p:spPr>
                  <a:xfrm>
                    <a:off x="58978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" name="Cube 180">
                    <a:extLst>
                      <a:ext uri="{FF2B5EF4-FFF2-40B4-BE49-F238E27FC236}">
                        <a16:creationId xmlns:a16="http://schemas.microsoft.com/office/drawing/2014/main" id="{B7E2B0F4-163D-456D-8995-30E320DD2802}"/>
                      </a:ext>
                    </a:extLst>
                  </p:cNvPr>
                  <p:cNvSpPr/>
                  <p:nvPr/>
                </p:nvSpPr>
                <p:spPr>
                  <a:xfrm>
                    <a:off x="61264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Cube 181">
                    <a:extLst>
                      <a:ext uri="{FF2B5EF4-FFF2-40B4-BE49-F238E27FC236}">
                        <a16:creationId xmlns:a16="http://schemas.microsoft.com/office/drawing/2014/main" id="{CA2FFED5-BF6D-4B43-AB9B-C0C15946E7D2}"/>
                      </a:ext>
                    </a:extLst>
                  </p:cNvPr>
                  <p:cNvSpPr/>
                  <p:nvPr/>
                </p:nvSpPr>
                <p:spPr>
                  <a:xfrm>
                    <a:off x="63550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Cube 182">
                    <a:extLst>
                      <a:ext uri="{FF2B5EF4-FFF2-40B4-BE49-F238E27FC236}">
                        <a16:creationId xmlns:a16="http://schemas.microsoft.com/office/drawing/2014/main" id="{774AA099-21C8-4DB5-8872-56555BBB3C4C}"/>
                      </a:ext>
                    </a:extLst>
                  </p:cNvPr>
                  <p:cNvSpPr/>
                  <p:nvPr/>
                </p:nvSpPr>
                <p:spPr>
                  <a:xfrm>
                    <a:off x="56692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4" name="Cube 183">
                    <a:extLst>
                      <a:ext uri="{FF2B5EF4-FFF2-40B4-BE49-F238E27FC236}">
                        <a16:creationId xmlns:a16="http://schemas.microsoft.com/office/drawing/2014/main" id="{0D094430-88FE-4FCC-8DA7-F4EE420A9CA9}"/>
                      </a:ext>
                    </a:extLst>
                  </p:cNvPr>
                  <p:cNvSpPr/>
                  <p:nvPr/>
                </p:nvSpPr>
                <p:spPr>
                  <a:xfrm>
                    <a:off x="58978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Cube 184">
                    <a:extLst>
                      <a:ext uri="{FF2B5EF4-FFF2-40B4-BE49-F238E27FC236}">
                        <a16:creationId xmlns:a16="http://schemas.microsoft.com/office/drawing/2014/main" id="{3A7768F0-CC0D-4DFE-B7D9-422327931207}"/>
                      </a:ext>
                    </a:extLst>
                  </p:cNvPr>
                  <p:cNvSpPr/>
                  <p:nvPr/>
                </p:nvSpPr>
                <p:spPr>
                  <a:xfrm>
                    <a:off x="61264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Cube 185">
                    <a:extLst>
                      <a:ext uri="{FF2B5EF4-FFF2-40B4-BE49-F238E27FC236}">
                        <a16:creationId xmlns:a16="http://schemas.microsoft.com/office/drawing/2014/main" id="{81A13DE4-CBE8-4363-BFFB-1AA15A3BA1FC}"/>
                      </a:ext>
                    </a:extLst>
                  </p:cNvPr>
                  <p:cNvSpPr/>
                  <p:nvPr/>
                </p:nvSpPr>
                <p:spPr>
                  <a:xfrm>
                    <a:off x="63550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Cube 186">
                    <a:extLst>
                      <a:ext uri="{FF2B5EF4-FFF2-40B4-BE49-F238E27FC236}">
                        <a16:creationId xmlns:a16="http://schemas.microsoft.com/office/drawing/2014/main" id="{C2A2A20A-19A8-44C8-BC68-7C3C2200DB91}"/>
                      </a:ext>
                    </a:extLst>
                  </p:cNvPr>
                  <p:cNvSpPr/>
                  <p:nvPr/>
                </p:nvSpPr>
                <p:spPr>
                  <a:xfrm>
                    <a:off x="56692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8" name="Cube 187">
                    <a:extLst>
                      <a:ext uri="{FF2B5EF4-FFF2-40B4-BE49-F238E27FC236}">
                        <a16:creationId xmlns:a16="http://schemas.microsoft.com/office/drawing/2014/main" id="{33E5B682-8299-4ACE-9516-AA3418E5B6F1}"/>
                      </a:ext>
                    </a:extLst>
                  </p:cNvPr>
                  <p:cNvSpPr/>
                  <p:nvPr/>
                </p:nvSpPr>
                <p:spPr>
                  <a:xfrm>
                    <a:off x="58978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9" name="Cube 188">
                    <a:extLst>
                      <a:ext uri="{FF2B5EF4-FFF2-40B4-BE49-F238E27FC236}">
                        <a16:creationId xmlns:a16="http://schemas.microsoft.com/office/drawing/2014/main" id="{EBC355C1-821F-4A38-AEFD-2AF97333D8F3}"/>
                      </a:ext>
                    </a:extLst>
                  </p:cNvPr>
                  <p:cNvSpPr/>
                  <p:nvPr/>
                </p:nvSpPr>
                <p:spPr>
                  <a:xfrm>
                    <a:off x="61264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0" name="Cube 189">
                    <a:extLst>
                      <a:ext uri="{FF2B5EF4-FFF2-40B4-BE49-F238E27FC236}">
                        <a16:creationId xmlns:a16="http://schemas.microsoft.com/office/drawing/2014/main" id="{5ADDB471-FAC6-4BD9-A79C-18D2E2CDA811}"/>
                      </a:ext>
                    </a:extLst>
                  </p:cNvPr>
                  <p:cNvSpPr/>
                  <p:nvPr/>
                </p:nvSpPr>
                <p:spPr>
                  <a:xfrm>
                    <a:off x="63550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Cube 190">
                    <a:extLst>
                      <a:ext uri="{FF2B5EF4-FFF2-40B4-BE49-F238E27FC236}">
                        <a16:creationId xmlns:a16="http://schemas.microsoft.com/office/drawing/2014/main" id="{7D5D9570-F225-4EC9-BFC6-9749990360ED}"/>
                      </a:ext>
                    </a:extLst>
                  </p:cNvPr>
                  <p:cNvSpPr/>
                  <p:nvPr/>
                </p:nvSpPr>
                <p:spPr>
                  <a:xfrm>
                    <a:off x="6583680" y="59449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2" name="Cube 191">
                    <a:extLst>
                      <a:ext uri="{FF2B5EF4-FFF2-40B4-BE49-F238E27FC236}">
                        <a16:creationId xmlns:a16="http://schemas.microsoft.com/office/drawing/2014/main" id="{212719F3-907E-4628-932E-4E04B52D5798}"/>
                      </a:ext>
                    </a:extLst>
                  </p:cNvPr>
                  <p:cNvSpPr/>
                  <p:nvPr/>
                </p:nvSpPr>
                <p:spPr>
                  <a:xfrm>
                    <a:off x="6583680" y="57163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3" name="Cube 192">
                    <a:extLst>
                      <a:ext uri="{FF2B5EF4-FFF2-40B4-BE49-F238E27FC236}">
                        <a16:creationId xmlns:a16="http://schemas.microsoft.com/office/drawing/2014/main" id="{E39BE4D7-219B-4A73-A890-FED4622F6A4F}"/>
                      </a:ext>
                    </a:extLst>
                  </p:cNvPr>
                  <p:cNvSpPr/>
                  <p:nvPr/>
                </p:nvSpPr>
                <p:spPr>
                  <a:xfrm>
                    <a:off x="6583680" y="54776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4" name="Cube 193">
                    <a:extLst>
                      <a:ext uri="{FF2B5EF4-FFF2-40B4-BE49-F238E27FC236}">
                        <a16:creationId xmlns:a16="http://schemas.microsoft.com/office/drawing/2014/main" id="{3A59A7E4-35EC-4B0D-AD63-76FD2931BC17}"/>
                      </a:ext>
                    </a:extLst>
                  </p:cNvPr>
                  <p:cNvSpPr/>
                  <p:nvPr/>
                </p:nvSpPr>
                <p:spPr>
                  <a:xfrm>
                    <a:off x="6583680" y="52490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86CB20AC-65AD-4EAC-8C8F-FBE40521C69D}"/>
                  </a:ext>
                </a:extLst>
              </p:cNvPr>
              <p:cNvSpPr txBox="1"/>
              <p:nvPr/>
            </p:nvSpPr>
            <p:spPr>
              <a:xfrm>
                <a:off x="5285260" y="5726285"/>
                <a:ext cx="12971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threads</a:t>
                </a:r>
              </a:p>
            </p:txBody>
          </p:sp>
        </p:grp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B7E77023-8545-4AE3-8DA6-2346D30028D2}"/>
                </a:ext>
              </a:extLst>
            </p:cNvPr>
            <p:cNvCxnSpPr>
              <a:cxnSpLocks/>
            </p:cNvCxnSpPr>
            <p:nvPr/>
          </p:nvCxnSpPr>
          <p:spPr>
            <a:xfrm>
              <a:off x="5470393" y="3732407"/>
              <a:ext cx="1224540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06DF3F8-BDF7-430C-894B-1B85312CD27B}"/>
                </a:ext>
              </a:extLst>
            </p:cNvPr>
            <p:cNvSpPr txBox="1"/>
            <p:nvPr/>
          </p:nvSpPr>
          <p:spPr>
            <a:xfrm>
              <a:off x="5895901" y="3246236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3E531093-8FB4-46EA-A30B-2675BF4856BE}"/>
                </a:ext>
              </a:extLst>
            </p:cNvPr>
            <p:cNvCxnSpPr>
              <a:cxnSpLocks/>
            </p:cNvCxnSpPr>
            <p:nvPr/>
          </p:nvCxnSpPr>
          <p:spPr>
            <a:xfrm>
              <a:off x="6934200" y="3954411"/>
              <a:ext cx="0" cy="738596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9B42A84-F52B-476A-916F-8717ECF79001}"/>
                </a:ext>
              </a:extLst>
            </p:cNvPr>
            <p:cNvSpPr txBox="1"/>
            <p:nvPr/>
          </p:nvSpPr>
          <p:spPr>
            <a:xfrm>
              <a:off x="6969098" y="4092876"/>
              <a:ext cx="3898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455FB6F5-24BC-4FE0-B2BB-93543CB2D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3162" y="4953940"/>
              <a:ext cx="426720" cy="476609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FB7A58A-B144-4C40-80AA-C616C06CDFB0}"/>
                </a:ext>
              </a:extLst>
            </p:cNvPr>
            <p:cNvSpPr txBox="1"/>
            <p:nvPr/>
          </p:nvSpPr>
          <p:spPr>
            <a:xfrm>
              <a:off x="6755437" y="5090827"/>
              <a:ext cx="3898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6266F1BF-4DF4-4824-B3FB-7D9DDBC34B39}"/>
              </a:ext>
            </a:extLst>
          </p:cNvPr>
          <p:cNvSpPr txBox="1"/>
          <p:nvPr/>
        </p:nvSpPr>
        <p:spPr>
          <a:xfrm>
            <a:off x="2211587" y="3658554"/>
            <a:ext cx="504016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For 2D (and 1D blocks), simply use </a:t>
            </a:r>
            <a:br>
              <a:rPr lang="en-US" dirty="0"/>
            </a:br>
            <a:r>
              <a:rPr lang="en-US" dirty="0"/>
              <a:t>block dimension 1 for Z (and Y). </a:t>
            </a:r>
          </a:p>
        </p:txBody>
      </p:sp>
    </p:spTree>
    <p:extLst>
      <p:ext uri="{BB962C8B-B14F-4D97-AF65-F5344CB8AC3E}">
        <p14:creationId xmlns:p14="http://schemas.microsoft.com/office/powerpoint/2010/main" val="2075445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9" grpId="0"/>
      <p:bldP spid="140" grpId="0"/>
      <p:bldP spid="141" grpId="0"/>
      <p:bldP spid="19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1200" dirty="0"/>
              <a:t>© 2020 by S. S. Lumetta</a:t>
            </a:r>
          </a:p>
        </p:txBody>
      </p:sp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8153400" y="6457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B847CD68-13AA-446C-B509-5137E3F89AAF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>
                <a:buFont typeface="Arial" panose="020B0604020202020204" pitchFamily="34" charset="0"/>
                <a:buNone/>
              </a:pPr>
              <a:t>14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09600" y="0"/>
            <a:ext cx="10972800" cy="855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4400" dirty="0" err="1">
                <a:solidFill>
                  <a:srgbClr val="000000"/>
                </a:solidFill>
                <a:latin typeface="Arial" panose="020B0604020202020204" pitchFamily="34" charset="0"/>
              </a:rPr>
              <a:t>threadIdx</a:t>
            </a:r>
            <a:r>
              <a:rPr lang="en-US" altLang="en-US" sz="4400" dirty="0">
                <a:solidFill>
                  <a:srgbClr val="000000"/>
                </a:solidFill>
                <a:latin typeface="Arial" panose="020B0604020202020204" pitchFamily="34" charset="0"/>
              </a:rPr>
              <a:t> Unique for Each Thread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981200" y="1084004"/>
            <a:ext cx="8534400" cy="531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973138" indent="-401638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Each thread has a unique index tuple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threadIdx.x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(from 0 to (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blockDim.x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– 1) ) 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threadIdx.y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(from 0 to (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blockDim.y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– 1) )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threadIdx.z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(from 0 to (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blockDim.z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– 1) )</a:t>
            </a: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E671EFD-ACE7-46EF-8306-B90A09E9C420}"/>
              </a:ext>
            </a:extLst>
          </p:cNvPr>
          <p:cNvGrpSpPr/>
          <p:nvPr/>
        </p:nvGrpSpPr>
        <p:grpSpPr>
          <a:xfrm>
            <a:off x="6172200" y="2951911"/>
            <a:ext cx="3571112" cy="2306256"/>
            <a:chOff x="3787836" y="3246236"/>
            <a:chExt cx="3571112" cy="2306256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C5735A5-E6BE-4D52-8C33-CECFA9C7282B}"/>
                </a:ext>
              </a:extLst>
            </p:cNvPr>
            <p:cNvGrpSpPr/>
            <p:nvPr/>
          </p:nvGrpSpPr>
          <p:grpSpPr>
            <a:xfrm>
              <a:off x="3787836" y="3910466"/>
              <a:ext cx="2920210" cy="1172526"/>
              <a:chOff x="5285260" y="5075874"/>
              <a:chExt cx="2920210" cy="1172526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6085CDA-BC5E-4E33-B3A2-9400F02B98BC}"/>
                  </a:ext>
                </a:extLst>
              </p:cNvPr>
              <p:cNvGrpSpPr/>
              <p:nvPr/>
            </p:nvGrpSpPr>
            <p:grpSpPr>
              <a:xfrm>
                <a:off x="6811010" y="5075874"/>
                <a:ext cx="1394460" cy="1172526"/>
                <a:chOff x="5509260" y="5247658"/>
                <a:chExt cx="1394460" cy="1172526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BA8A7D1F-8C35-4129-A89F-E98C7464358C}"/>
                    </a:ext>
                  </a:extLst>
                </p:cNvPr>
                <p:cNvGrpSpPr/>
                <p:nvPr/>
              </p:nvGrpSpPr>
              <p:grpSpPr>
                <a:xfrm>
                  <a:off x="5669280" y="5247658"/>
                  <a:ext cx="1234440" cy="1017347"/>
                  <a:chOff x="5669280" y="5247658"/>
                  <a:chExt cx="1234440" cy="1017347"/>
                </a:xfrm>
              </p:grpSpPr>
              <p:sp>
                <p:nvSpPr>
                  <p:cNvPr id="147" name="Cube 146">
                    <a:extLst>
                      <a:ext uri="{FF2B5EF4-FFF2-40B4-BE49-F238E27FC236}">
                        <a16:creationId xmlns:a16="http://schemas.microsoft.com/office/drawing/2014/main" id="{29FA05FA-A929-487E-83B5-328BC4549B2A}"/>
                      </a:ext>
                    </a:extLst>
                  </p:cNvPr>
                  <p:cNvSpPr/>
                  <p:nvPr/>
                </p:nvSpPr>
                <p:spPr>
                  <a:xfrm>
                    <a:off x="56692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8" name="Cube 147">
                    <a:extLst>
                      <a:ext uri="{FF2B5EF4-FFF2-40B4-BE49-F238E27FC236}">
                        <a16:creationId xmlns:a16="http://schemas.microsoft.com/office/drawing/2014/main" id="{A1F1A4D6-3FDF-42AF-99CF-F1E14051FE2D}"/>
                      </a:ext>
                    </a:extLst>
                  </p:cNvPr>
                  <p:cNvSpPr/>
                  <p:nvPr/>
                </p:nvSpPr>
                <p:spPr>
                  <a:xfrm>
                    <a:off x="58978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0" name="Cube 149">
                    <a:extLst>
                      <a:ext uri="{FF2B5EF4-FFF2-40B4-BE49-F238E27FC236}">
                        <a16:creationId xmlns:a16="http://schemas.microsoft.com/office/drawing/2014/main" id="{226F9FE5-4224-4D36-8761-AD154EC58216}"/>
                      </a:ext>
                    </a:extLst>
                  </p:cNvPr>
                  <p:cNvSpPr/>
                  <p:nvPr/>
                </p:nvSpPr>
                <p:spPr>
                  <a:xfrm>
                    <a:off x="61264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" name="Cube 151">
                    <a:extLst>
                      <a:ext uri="{FF2B5EF4-FFF2-40B4-BE49-F238E27FC236}">
                        <a16:creationId xmlns:a16="http://schemas.microsoft.com/office/drawing/2014/main" id="{E2A4AA7C-0457-4F24-AEBB-BA013FF0C825}"/>
                      </a:ext>
                    </a:extLst>
                  </p:cNvPr>
                  <p:cNvSpPr/>
                  <p:nvPr/>
                </p:nvSpPr>
                <p:spPr>
                  <a:xfrm>
                    <a:off x="63550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" name="Cube 152">
                    <a:extLst>
                      <a:ext uri="{FF2B5EF4-FFF2-40B4-BE49-F238E27FC236}">
                        <a16:creationId xmlns:a16="http://schemas.microsoft.com/office/drawing/2014/main" id="{E2B4E338-28EA-440A-8845-4BA936147170}"/>
                      </a:ext>
                    </a:extLst>
                  </p:cNvPr>
                  <p:cNvSpPr/>
                  <p:nvPr/>
                </p:nvSpPr>
                <p:spPr>
                  <a:xfrm>
                    <a:off x="56692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" name="Cube 153">
                    <a:extLst>
                      <a:ext uri="{FF2B5EF4-FFF2-40B4-BE49-F238E27FC236}">
                        <a16:creationId xmlns:a16="http://schemas.microsoft.com/office/drawing/2014/main" id="{0D54AF72-635C-45A3-A422-B2F8AE994E9D}"/>
                      </a:ext>
                    </a:extLst>
                  </p:cNvPr>
                  <p:cNvSpPr/>
                  <p:nvPr/>
                </p:nvSpPr>
                <p:spPr>
                  <a:xfrm>
                    <a:off x="58978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Cube 154">
                    <a:extLst>
                      <a:ext uri="{FF2B5EF4-FFF2-40B4-BE49-F238E27FC236}">
                        <a16:creationId xmlns:a16="http://schemas.microsoft.com/office/drawing/2014/main" id="{CEA8365E-02A4-4583-B12F-80704EB7A9DD}"/>
                      </a:ext>
                    </a:extLst>
                  </p:cNvPr>
                  <p:cNvSpPr/>
                  <p:nvPr/>
                </p:nvSpPr>
                <p:spPr>
                  <a:xfrm>
                    <a:off x="61264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" name="Cube 155">
                    <a:extLst>
                      <a:ext uri="{FF2B5EF4-FFF2-40B4-BE49-F238E27FC236}">
                        <a16:creationId xmlns:a16="http://schemas.microsoft.com/office/drawing/2014/main" id="{53BE31B4-D47A-41DC-A7B2-015B0B36DDE4}"/>
                      </a:ext>
                    </a:extLst>
                  </p:cNvPr>
                  <p:cNvSpPr/>
                  <p:nvPr/>
                </p:nvSpPr>
                <p:spPr>
                  <a:xfrm>
                    <a:off x="63550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" name="Cube 156">
                    <a:extLst>
                      <a:ext uri="{FF2B5EF4-FFF2-40B4-BE49-F238E27FC236}">
                        <a16:creationId xmlns:a16="http://schemas.microsoft.com/office/drawing/2014/main" id="{F97DB8CA-F1A7-4C50-8459-332A887F51FC}"/>
                      </a:ext>
                    </a:extLst>
                  </p:cNvPr>
                  <p:cNvSpPr/>
                  <p:nvPr/>
                </p:nvSpPr>
                <p:spPr>
                  <a:xfrm>
                    <a:off x="56692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" name="Cube 157">
                    <a:extLst>
                      <a:ext uri="{FF2B5EF4-FFF2-40B4-BE49-F238E27FC236}">
                        <a16:creationId xmlns:a16="http://schemas.microsoft.com/office/drawing/2014/main" id="{AFAA7E6F-2C37-4A3B-87D1-955F4CDDA98A}"/>
                      </a:ext>
                    </a:extLst>
                  </p:cNvPr>
                  <p:cNvSpPr/>
                  <p:nvPr/>
                </p:nvSpPr>
                <p:spPr>
                  <a:xfrm>
                    <a:off x="58978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" name="Cube 158">
                    <a:extLst>
                      <a:ext uri="{FF2B5EF4-FFF2-40B4-BE49-F238E27FC236}">
                        <a16:creationId xmlns:a16="http://schemas.microsoft.com/office/drawing/2014/main" id="{C02D3911-E138-4599-9762-363E475EF093}"/>
                      </a:ext>
                    </a:extLst>
                  </p:cNvPr>
                  <p:cNvSpPr/>
                  <p:nvPr/>
                </p:nvSpPr>
                <p:spPr>
                  <a:xfrm>
                    <a:off x="61264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0" name="Cube 159">
                    <a:extLst>
                      <a:ext uri="{FF2B5EF4-FFF2-40B4-BE49-F238E27FC236}">
                        <a16:creationId xmlns:a16="http://schemas.microsoft.com/office/drawing/2014/main" id="{D3348A5B-BAC4-4A56-A5E2-D7164BEA810E}"/>
                      </a:ext>
                    </a:extLst>
                  </p:cNvPr>
                  <p:cNvSpPr/>
                  <p:nvPr/>
                </p:nvSpPr>
                <p:spPr>
                  <a:xfrm>
                    <a:off x="63550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Cube 160">
                    <a:extLst>
                      <a:ext uri="{FF2B5EF4-FFF2-40B4-BE49-F238E27FC236}">
                        <a16:creationId xmlns:a16="http://schemas.microsoft.com/office/drawing/2014/main" id="{BD07D7ED-C28C-44C8-9556-85BEF32FCDA2}"/>
                      </a:ext>
                    </a:extLst>
                  </p:cNvPr>
                  <p:cNvSpPr/>
                  <p:nvPr/>
                </p:nvSpPr>
                <p:spPr>
                  <a:xfrm>
                    <a:off x="56692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" name="Cube 161">
                    <a:extLst>
                      <a:ext uri="{FF2B5EF4-FFF2-40B4-BE49-F238E27FC236}">
                        <a16:creationId xmlns:a16="http://schemas.microsoft.com/office/drawing/2014/main" id="{5321A98E-0B81-4739-B45D-7E5AB9375556}"/>
                      </a:ext>
                    </a:extLst>
                  </p:cNvPr>
                  <p:cNvSpPr/>
                  <p:nvPr/>
                </p:nvSpPr>
                <p:spPr>
                  <a:xfrm>
                    <a:off x="58978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" name="Cube 162">
                    <a:extLst>
                      <a:ext uri="{FF2B5EF4-FFF2-40B4-BE49-F238E27FC236}">
                        <a16:creationId xmlns:a16="http://schemas.microsoft.com/office/drawing/2014/main" id="{07D8D6F0-9B07-4A94-9206-570FCF405F55}"/>
                      </a:ext>
                    </a:extLst>
                  </p:cNvPr>
                  <p:cNvSpPr/>
                  <p:nvPr/>
                </p:nvSpPr>
                <p:spPr>
                  <a:xfrm>
                    <a:off x="61264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" name="Cube 163">
                    <a:extLst>
                      <a:ext uri="{FF2B5EF4-FFF2-40B4-BE49-F238E27FC236}">
                        <a16:creationId xmlns:a16="http://schemas.microsoft.com/office/drawing/2014/main" id="{F917C930-2987-49C6-A15F-5A8D282AB7BD}"/>
                      </a:ext>
                    </a:extLst>
                  </p:cNvPr>
                  <p:cNvSpPr/>
                  <p:nvPr/>
                </p:nvSpPr>
                <p:spPr>
                  <a:xfrm>
                    <a:off x="63550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5" name="Cube 164">
                    <a:extLst>
                      <a:ext uri="{FF2B5EF4-FFF2-40B4-BE49-F238E27FC236}">
                        <a16:creationId xmlns:a16="http://schemas.microsoft.com/office/drawing/2014/main" id="{0017C47A-4F33-4FE1-8EAF-45B252338D1E}"/>
                      </a:ext>
                    </a:extLst>
                  </p:cNvPr>
                  <p:cNvSpPr/>
                  <p:nvPr/>
                </p:nvSpPr>
                <p:spPr>
                  <a:xfrm>
                    <a:off x="6583680" y="59449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" name="Cube 165">
                    <a:extLst>
                      <a:ext uri="{FF2B5EF4-FFF2-40B4-BE49-F238E27FC236}">
                        <a16:creationId xmlns:a16="http://schemas.microsoft.com/office/drawing/2014/main" id="{73EF24A0-1527-4C56-AF4F-9F1CB8F26260}"/>
                      </a:ext>
                    </a:extLst>
                  </p:cNvPr>
                  <p:cNvSpPr/>
                  <p:nvPr/>
                </p:nvSpPr>
                <p:spPr>
                  <a:xfrm>
                    <a:off x="6583680" y="57163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" name="Cube 166">
                    <a:extLst>
                      <a:ext uri="{FF2B5EF4-FFF2-40B4-BE49-F238E27FC236}">
                        <a16:creationId xmlns:a16="http://schemas.microsoft.com/office/drawing/2014/main" id="{48247782-9C60-4D09-9F98-0E026EAD1E5C}"/>
                      </a:ext>
                    </a:extLst>
                  </p:cNvPr>
                  <p:cNvSpPr/>
                  <p:nvPr/>
                </p:nvSpPr>
                <p:spPr>
                  <a:xfrm>
                    <a:off x="6583680" y="54776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" name="Cube 167">
                    <a:extLst>
                      <a:ext uri="{FF2B5EF4-FFF2-40B4-BE49-F238E27FC236}">
                        <a16:creationId xmlns:a16="http://schemas.microsoft.com/office/drawing/2014/main" id="{CC06694F-B3C2-4375-BFB5-45FEA0A3277C}"/>
                      </a:ext>
                    </a:extLst>
                  </p:cNvPr>
                  <p:cNvSpPr/>
                  <p:nvPr/>
                </p:nvSpPr>
                <p:spPr>
                  <a:xfrm>
                    <a:off x="6583680" y="52490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F7687087-5461-4D41-889A-70651DD515FE}"/>
                    </a:ext>
                  </a:extLst>
                </p:cNvPr>
                <p:cNvGrpSpPr/>
                <p:nvPr/>
              </p:nvGrpSpPr>
              <p:grpSpPr>
                <a:xfrm>
                  <a:off x="5596128" y="5321808"/>
                  <a:ext cx="1234440" cy="1017347"/>
                  <a:chOff x="5669280" y="5247658"/>
                  <a:chExt cx="1234440" cy="1017347"/>
                </a:xfrm>
              </p:grpSpPr>
              <p:sp>
                <p:nvSpPr>
                  <p:cNvPr id="125" name="Cube 124">
                    <a:extLst>
                      <a:ext uri="{FF2B5EF4-FFF2-40B4-BE49-F238E27FC236}">
                        <a16:creationId xmlns:a16="http://schemas.microsoft.com/office/drawing/2014/main" id="{76CCE143-0873-474F-AF87-88579B38D0DE}"/>
                      </a:ext>
                    </a:extLst>
                  </p:cNvPr>
                  <p:cNvSpPr/>
                  <p:nvPr/>
                </p:nvSpPr>
                <p:spPr>
                  <a:xfrm>
                    <a:off x="56692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6" name="Cube 125">
                    <a:extLst>
                      <a:ext uri="{FF2B5EF4-FFF2-40B4-BE49-F238E27FC236}">
                        <a16:creationId xmlns:a16="http://schemas.microsoft.com/office/drawing/2014/main" id="{FE1B405B-8D64-4B75-8237-F79D940D732F}"/>
                      </a:ext>
                    </a:extLst>
                  </p:cNvPr>
                  <p:cNvSpPr/>
                  <p:nvPr/>
                </p:nvSpPr>
                <p:spPr>
                  <a:xfrm>
                    <a:off x="58978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" name="Cube 126">
                    <a:extLst>
                      <a:ext uri="{FF2B5EF4-FFF2-40B4-BE49-F238E27FC236}">
                        <a16:creationId xmlns:a16="http://schemas.microsoft.com/office/drawing/2014/main" id="{78B3B20A-5021-42B9-8F4A-7C58DF35E40B}"/>
                      </a:ext>
                    </a:extLst>
                  </p:cNvPr>
                  <p:cNvSpPr/>
                  <p:nvPr/>
                </p:nvSpPr>
                <p:spPr>
                  <a:xfrm>
                    <a:off x="61264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Cube 127">
                    <a:extLst>
                      <a:ext uri="{FF2B5EF4-FFF2-40B4-BE49-F238E27FC236}">
                        <a16:creationId xmlns:a16="http://schemas.microsoft.com/office/drawing/2014/main" id="{3004BA48-6F22-465A-A424-1D506B9FB257}"/>
                      </a:ext>
                    </a:extLst>
                  </p:cNvPr>
                  <p:cNvSpPr/>
                  <p:nvPr/>
                </p:nvSpPr>
                <p:spPr>
                  <a:xfrm>
                    <a:off x="63550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" name="Cube 128">
                    <a:extLst>
                      <a:ext uri="{FF2B5EF4-FFF2-40B4-BE49-F238E27FC236}">
                        <a16:creationId xmlns:a16="http://schemas.microsoft.com/office/drawing/2014/main" id="{620C3D87-C264-43ED-B95F-AECA86B86698}"/>
                      </a:ext>
                    </a:extLst>
                  </p:cNvPr>
                  <p:cNvSpPr/>
                  <p:nvPr/>
                </p:nvSpPr>
                <p:spPr>
                  <a:xfrm>
                    <a:off x="56692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" name="Cube 129">
                    <a:extLst>
                      <a:ext uri="{FF2B5EF4-FFF2-40B4-BE49-F238E27FC236}">
                        <a16:creationId xmlns:a16="http://schemas.microsoft.com/office/drawing/2014/main" id="{85AB4AB7-1E4C-41EB-93A7-CBE4A28E159B}"/>
                      </a:ext>
                    </a:extLst>
                  </p:cNvPr>
                  <p:cNvSpPr/>
                  <p:nvPr/>
                </p:nvSpPr>
                <p:spPr>
                  <a:xfrm>
                    <a:off x="58978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Cube 130">
                    <a:extLst>
                      <a:ext uri="{FF2B5EF4-FFF2-40B4-BE49-F238E27FC236}">
                        <a16:creationId xmlns:a16="http://schemas.microsoft.com/office/drawing/2014/main" id="{E401D1AB-5A62-46C9-A3A8-4CD1CCC8B0F1}"/>
                      </a:ext>
                    </a:extLst>
                  </p:cNvPr>
                  <p:cNvSpPr/>
                  <p:nvPr/>
                </p:nvSpPr>
                <p:spPr>
                  <a:xfrm>
                    <a:off x="61264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Cube 131">
                    <a:extLst>
                      <a:ext uri="{FF2B5EF4-FFF2-40B4-BE49-F238E27FC236}">
                        <a16:creationId xmlns:a16="http://schemas.microsoft.com/office/drawing/2014/main" id="{A9257C1D-843A-484B-A0EF-E5B513EF6E7F}"/>
                      </a:ext>
                    </a:extLst>
                  </p:cNvPr>
                  <p:cNvSpPr/>
                  <p:nvPr/>
                </p:nvSpPr>
                <p:spPr>
                  <a:xfrm>
                    <a:off x="63550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Cube 132">
                    <a:extLst>
                      <a:ext uri="{FF2B5EF4-FFF2-40B4-BE49-F238E27FC236}">
                        <a16:creationId xmlns:a16="http://schemas.microsoft.com/office/drawing/2014/main" id="{F538CF05-EC06-41C4-BA74-586D112AAA8F}"/>
                      </a:ext>
                    </a:extLst>
                  </p:cNvPr>
                  <p:cNvSpPr/>
                  <p:nvPr/>
                </p:nvSpPr>
                <p:spPr>
                  <a:xfrm>
                    <a:off x="56692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Cube 133">
                    <a:extLst>
                      <a:ext uri="{FF2B5EF4-FFF2-40B4-BE49-F238E27FC236}">
                        <a16:creationId xmlns:a16="http://schemas.microsoft.com/office/drawing/2014/main" id="{82B256D3-9A83-4724-8737-C7D747ACFBB7}"/>
                      </a:ext>
                    </a:extLst>
                  </p:cNvPr>
                  <p:cNvSpPr/>
                  <p:nvPr/>
                </p:nvSpPr>
                <p:spPr>
                  <a:xfrm>
                    <a:off x="58978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Cube 134">
                    <a:extLst>
                      <a:ext uri="{FF2B5EF4-FFF2-40B4-BE49-F238E27FC236}">
                        <a16:creationId xmlns:a16="http://schemas.microsoft.com/office/drawing/2014/main" id="{2601CB9C-B7DD-4087-88CA-5A062561EBA3}"/>
                      </a:ext>
                    </a:extLst>
                  </p:cNvPr>
                  <p:cNvSpPr/>
                  <p:nvPr/>
                </p:nvSpPr>
                <p:spPr>
                  <a:xfrm>
                    <a:off x="61264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Cube 135">
                    <a:extLst>
                      <a:ext uri="{FF2B5EF4-FFF2-40B4-BE49-F238E27FC236}">
                        <a16:creationId xmlns:a16="http://schemas.microsoft.com/office/drawing/2014/main" id="{E00C671F-BF02-4F52-948E-DAD08C52DC35}"/>
                      </a:ext>
                    </a:extLst>
                  </p:cNvPr>
                  <p:cNvSpPr/>
                  <p:nvPr/>
                </p:nvSpPr>
                <p:spPr>
                  <a:xfrm>
                    <a:off x="63550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Cube 136">
                    <a:extLst>
                      <a:ext uri="{FF2B5EF4-FFF2-40B4-BE49-F238E27FC236}">
                        <a16:creationId xmlns:a16="http://schemas.microsoft.com/office/drawing/2014/main" id="{3A05A73E-BD54-4EFD-A672-9BC825433DAB}"/>
                      </a:ext>
                    </a:extLst>
                  </p:cNvPr>
                  <p:cNvSpPr/>
                  <p:nvPr/>
                </p:nvSpPr>
                <p:spPr>
                  <a:xfrm>
                    <a:off x="56692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8" name="Cube 137">
                    <a:extLst>
                      <a:ext uri="{FF2B5EF4-FFF2-40B4-BE49-F238E27FC236}">
                        <a16:creationId xmlns:a16="http://schemas.microsoft.com/office/drawing/2014/main" id="{AC49ACA5-79A2-4E9D-ADDF-E759D7CFA491}"/>
                      </a:ext>
                    </a:extLst>
                  </p:cNvPr>
                  <p:cNvSpPr/>
                  <p:nvPr/>
                </p:nvSpPr>
                <p:spPr>
                  <a:xfrm>
                    <a:off x="58978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9" name="Cube 138">
                    <a:extLst>
                      <a:ext uri="{FF2B5EF4-FFF2-40B4-BE49-F238E27FC236}">
                        <a16:creationId xmlns:a16="http://schemas.microsoft.com/office/drawing/2014/main" id="{C993E5DF-BD4C-4AB5-84F4-D699FE5CD062}"/>
                      </a:ext>
                    </a:extLst>
                  </p:cNvPr>
                  <p:cNvSpPr/>
                  <p:nvPr/>
                </p:nvSpPr>
                <p:spPr>
                  <a:xfrm>
                    <a:off x="61264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" name="Cube 139">
                    <a:extLst>
                      <a:ext uri="{FF2B5EF4-FFF2-40B4-BE49-F238E27FC236}">
                        <a16:creationId xmlns:a16="http://schemas.microsoft.com/office/drawing/2014/main" id="{FC9FB625-8F4C-434F-BD32-2850AFCCFD8B}"/>
                      </a:ext>
                    </a:extLst>
                  </p:cNvPr>
                  <p:cNvSpPr/>
                  <p:nvPr/>
                </p:nvSpPr>
                <p:spPr>
                  <a:xfrm>
                    <a:off x="63550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Cube 140">
                    <a:extLst>
                      <a:ext uri="{FF2B5EF4-FFF2-40B4-BE49-F238E27FC236}">
                        <a16:creationId xmlns:a16="http://schemas.microsoft.com/office/drawing/2014/main" id="{0F882712-F0EA-4A9B-BEE6-5B9E5E9C5974}"/>
                      </a:ext>
                    </a:extLst>
                  </p:cNvPr>
                  <p:cNvSpPr/>
                  <p:nvPr/>
                </p:nvSpPr>
                <p:spPr>
                  <a:xfrm>
                    <a:off x="6583680" y="59449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Cube 141">
                    <a:extLst>
                      <a:ext uri="{FF2B5EF4-FFF2-40B4-BE49-F238E27FC236}">
                        <a16:creationId xmlns:a16="http://schemas.microsoft.com/office/drawing/2014/main" id="{0EE4D9A0-BDA2-4232-B47A-F6BFCCF87748}"/>
                      </a:ext>
                    </a:extLst>
                  </p:cNvPr>
                  <p:cNvSpPr/>
                  <p:nvPr/>
                </p:nvSpPr>
                <p:spPr>
                  <a:xfrm>
                    <a:off x="6583680" y="57163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Cube 143">
                    <a:extLst>
                      <a:ext uri="{FF2B5EF4-FFF2-40B4-BE49-F238E27FC236}">
                        <a16:creationId xmlns:a16="http://schemas.microsoft.com/office/drawing/2014/main" id="{E06FB361-E025-429E-8741-50E758DFA058}"/>
                      </a:ext>
                    </a:extLst>
                  </p:cNvPr>
                  <p:cNvSpPr/>
                  <p:nvPr/>
                </p:nvSpPr>
                <p:spPr>
                  <a:xfrm>
                    <a:off x="6583680" y="54776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6" name="Cube 145">
                    <a:extLst>
                      <a:ext uri="{FF2B5EF4-FFF2-40B4-BE49-F238E27FC236}">
                        <a16:creationId xmlns:a16="http://schemas.microsoft.com/office/drawing/2014/main" id="{31244971-11E0-4AB5-9C09-9078E6D8A046}"/>
                      </a:ext>
                    </a:extLst>
                  </p:cNvPr>
                  <p:cNvSpPr/>
                  <p:nvPr/>
                </p:nvSpPr>
                <p:spPr>
                  <a:xfrm>
                    <a:off x="6583680" y="52490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60BB1B04-CB9D-4761-A074-FF276A3852EF}"/>
                    </a:ext>
                  </a:extLst>
                </p:cNvPr>
                <p:cNvGrpSpPr/>
                <p:nvPr/>
              </p:nvGrpSpPr>
              <p:grpSpPr>
                <a:xfrm>
                  <a:off x="5509260" y="5402837"/>
                  <a:ext cx="1234440" cy="1017347"/>
                  <a:chOff x="5669280" y="5247658"/>
                  <a:chExt cx="1234440" cy="1017347"/>
                </a:xfrm>
              </p:grpSpPr>
              <p:sp>
                <p:nvSpPr>
                  <p:cNvPr id="105" name="Cube 104">
                    <a:extLst>
                      <a:ext uri="{FF2B5EF4-FFF2-40B4-BE49-F238E27FC236}">
                        <a16:creationId xmlns:a16="http://schemas.microsoft.com/office/drawing/2014/main" id="{3D0C1250-5E59-4509-97E1-D8F3B3962FF1}"/>
                      </a:ext>
                    </a:extLst>
                  </p:cNvPr>
                  <p:cNvSpPr/>
                  <p:nvPr/>
                </p:nvSpPr>
                <p:spPr>
                  <a:xfrm>
                    <a:off x="56692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Cube 105">
                    <a:extLst>
                      <a:ext uri="{FF2B5EF4-FFF2-40B4-BE49-F238E27FC236}">
                        <a16:creationId xmlns:a16="http://schemas.microsoft.com/office/drawing/2014/main" id="{91A54982-74F7-4BDF-AB59-DED96345EF25}"/>
                      </a:ext>
                    </a:extLst>
                  </p:cNvPr>
                  <p:cNvSpPr/>
                  <p:nvPr/>
                </p:nvSpPr>
                <p:spPr>
                  <a:xfrm>
                    <a:off x="58978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Cube 106">
                    <a:extLst>
                      <a:ext uri="{FF2B5EF4-FFF2-40B4-BE49-F238E27FC236}">
                        <a16:creationId xmlns:a16="http://schemas.microsoft.com/office/drawing/2014/main" id="{C034FC87-5B57-480F-B0B8-C79AA6AC3C75}"/>
                      </a:ext>
                    </a:extLst>
                  </p:cNvPr>
                  <p:cNvSpPr/>
                  <p:nvPr/>
                </p:nvSpPr>
                <p:spPr>
                  <a:xfrm>
                    <a:off x="61264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" name="Cube 107">
                    <a:extLst>
                      <a:ext uri="{FF2B5EF4-FFF2-40B4-BE49-F238E27FC236}">
                        <a16:creationId xmlns:a16="http://schemas.microsoft.com/office/drawing/2014/main" id="{C1EBBA01-EB14-4215-BD94-2670E2B122C8}"/>
                      </a:ext>
                    </a:extLst>
                  </p:cNvPr>
                  <p:cNvSpPr/>
                  <p:nvPr/>
                </p:nvSpPr>
                <p:spPr>
                  <a:xfrm>
                    <a:off x="6355080" y="59436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" name="Cube 108">
                    <a:extLst>
                      <a:ext uri="{FF2B5EF4-FFF2-40B4-BE49-F238E27FC236}">
                        <a16:creationId xmlns:a16="http://schemas.microsoft.com/office/drawing/2014/main" id="{94FD51B0-F345-4813-80AF-72386FE33300}"/>
                      </a:ext>
                    </a:extLst>
                  </p:cNvPr>
                  <p:cNvSpPr/>
                  <p:nvPr/>
                </p:nvSpPr>
                <p:spPr>
                  <a:xfrm>
                    <a:off x="56692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" name="Cube 109">
                    <a:extLst>
                      <a:ext uri="{FF2B5EF4-FFF2-40B4-BE49-F238E27FC236}">
                        <a16:creationId xmlns:a16="http://schemas.microsoft.com/office/drawing/2014/main" id="{6FE09923-9010-4CF0-A70D-2AF9C38D8745}"/>
                      </a:ext>
                    </a:extLst>
                  </p:cNvPr>
                  <p:cNvSpPr/>
                  <p:nvPr/>
                </p:nvSpPr>
                <p:spPr>
                  <a:xfrm>
                    <a:off x="58978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" name="Cube 110">
                    <a:extLst>
                      <a:ext uri="{FF2B5EF4-FFF2-40B4-BE49-F238E27FC236}">
                        <a16:creationId xmlns:a16="http://schemas.microsoft.com/office/drawing/2014/main" id="{0DC71A38-76CA-49A1-B5DF-E30443CD18A4}"/>
                      </a:ext>
                    </a:extLst>
                  </p:cNvPr>
                  <p:cNvSpPr/>
                  <p:nvPr/>
                </p:nvSpPr>
                <p:spPr>
                  <a:xfrm>
                    <a:off x="61264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" name="Cube 111">
                    <a:extLst>
                      <a:ext uri="{FF2B5EF4-FFF2-40B4-BE49-F238E27FC236}">
                        <a16:creationId xmlns:a16="http://schemas.microsoft.com/office/drawing/2014/main" id="{BB0DF576-4571-4035-893F-B6623FA26DA0}"/>
                      </a:ext>
                    </a:extLst>
                  </p:cNvPr>
                  <p:cNvSpPr/>
                  <p:nvPr/>
                </p:nvSpPr>
                <p:spPr>
                  <a:xfrm>
                    <a:off x="6355080" y="5715000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" name="Cube 112">
                    <a:extLst>
                      <a:ext uri="{FF2B5EF4-FFF2-40B4-BE49-F238E27FC236}">
                        <a16:creationId xmlns:a16="http://schemas.microsoft.com/office/drawing/2014/main" id="{1DE50138-B607-4DBF-A7EE-E9A83F62E909}"/>
                      </a:ext>
                    </a:extLst>
                  </p:cNvPr>
                  <p:cNvSpPr/>
                  <p:nvPr/>
                </p:nvSpPr>
                <p:spPr>
                  <a:xfrm>
                    <a:off x="56692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" name="Cube 113">
                    <a:extLst>
                      <a:ext uri="{FF2B5EF4-FFF2-40B4-BE49-F238E27FC236}">
                        <a16:creationId xmlns:a16="http://schemas.microsoft.com/office/drawing/2014/main" id="{F1F4B65A-0410-40BA-B684-09DAE22DD699}"/>
                      </a:ext>
                    </a:extLst>
                  </p:cNvPr>
                  <p:cNvSpPr/>
                  <p:nvPr/>
                </p:nvSpPr>
                <p:spPr>
                  <a:xfrm>
                    <a:off x="58978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" name="Cube 114">
                    <a:extLst>
                      <a:ext uri="{FF2B5EF4-FFF2-40B4-BE49-F238E27FC236}">
                        <a16:creationId xmlns:a16="http://schemas.microsoft.com/office/drawing/2014/main" id="{E0B24B2B-EE13-4485-9F5B-BB1F1B13FAE6}"/>
                      </a:ext>
                    </a:extLst>
                  </p:cNvPr>
                  <p:cNvSpPr/>
                  <p:nvPr/>
                </p:nvSpPr>
                <p:spPr>
                  <a:xfrm>
                    <a:off x="61264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" name="Cube 115">
                    <a:extLst>
                      <a:ext uri="{FF2B5EF4-FFF2-40B4-BE49-F238E27FC236}">
                        <a16:creationId xmlns:a16="http://schemas.microsoft.com/office/drawing/2014/main" id="{71B1B2E3-5C9E-4C1A-ABEF-EAD58269679A}"/>
                      </a:ext>
                    </a:extLst>
                  </p:cNvPr>
                  <p:cNvSpPr/>
                  <p:nvPr/>
                </p:nvSpPr>
                <p:spPr>
                  <a:xfrm>
                    <a:off x="6355080" y="54762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Cube 116">
                    <a:extLst>
                      <a:ext uri="{FF2B5EF4-FFF2-40B4-BE49-F238E27FC236}">
                        <a16:creationId xmlns:a16="http://schemas.microsoft.com/office/drawing/2014/main" id="{0C0CE507-61F3-43FE-9F64-7C367BF023F2}"/>
                      </a:ext>
                    </a:extLst>
                  </p:cNvPr>
                  <p:cNvSpPr/>
                  <p:nvPr/>
                </p:nvSpPr>
                <p:spPr>
                  <a:xfrm>
                    <a:off x="56692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" name="Cube 117">
                    <a:extLst>
                      <a:ext uri="{FF2B5EF4-FFF2-40B4-BE49-F238E27FC236}">
                        <a16:creationId xmlns:a16="http://schemas.microsoft.com/office/drawing/2014/main" id="{6F8D8088-ECE5-40C1-9433-8E3816B2A5AA}"/>
                      </a:ext>
                    </a:extLst>
                  </p:cNvPr>
                  <p:cNvSpPr/>
                  <p:nvPr/>
                </p:nvSpPr>
                <p:spPr>
                  <a:xfrm>
                    <a:off x="58978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" name="Cube 118">
                    <a:extLst>
                      <a:ext uri="{FF2B5EF4-FFF2-40B4-BE49-F238E27FC236}">
                        <a16:creationId xmlns:a16="http://schemas.microsoft.com/office/drawing/2014/main" id="{5AD74E8B-B97E-40D4-8D6B-7E2855F71B45}"/>
                      </a:ext>
                    </a:extLst>
                  </p:cNvPr>
                  <p:cNvSpPr/>
                  <p:nvPr/>
                </p:nvSpPr>
                <p:spPr>
                  <a:xfrm>
                    <a:off x="61264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Cube 119">
                    <a:extLst>
                      <a:ext uri="{FF2B5EF4-FFF2-40B4-BE49-F238E27FC236}">
                        <a16:creationId xmlns:a16="http://schemas.microsoft.com/office/drawing/2014/main" id="{24C5B46E-59A0-4C64-9607-E17033EAD6DF}"/>
                      </a:ext>
                    </a:extLst>
                  </p:cNvPr>
                  <p:cNvSpPr/>
                  <p:nvPr/>
                </p:nvSpPr>
                <p:spPr>
                  <a:xfrm>
                    <a:off x="6355080" y="5247658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Cube 120">
                    <a:extLst>
                      <a:ext uri="{FF2B5EF4-FFF2-40B4-BE49-F238E27FC236}">
                        <a16:creationId xmlns:a16="http://schemas.microsoft.com/office/drawing/2014/main" id="{362C2AFA-067A-4C87-9617-E4E5088A4F0E}"/>
                      </a:ext>
                    </a:extLst>
                  </p:cNvPr>
                  <p:cNvSpPr/>
                  <p:nvPr/>
                </p:nvSpPr>
                <p:spPr>
                  <a:xfrm>
                    <a:off x="6583680" y="59449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Cube 121">
                    <a:extLst>
                      <a:ext uri="{FF2B5EF4-FFF2-40B4-BE49-F238E27FC236}">
                        <a16:creationId xmlns:a16="http://schemas.microsoft.com/office/drawing/2014/main" id="{B5E46956-D60D-436A-88CA-96C3F8E77AD3}"/>
                      </a:ext>
                    </a:extLst>
                  </p:cNvPr>
                  <p:cNvSpPr/>
                  <p:nvPr/>
                </p:nvSpPr>
                <p:spPr>
                  <a:xfrm>
                    <a:off x="6583680" y="5716365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Cube 122">
                    <a:extLst>
                      <a:ext uri="{FF2B5EF4-FFF2-40B4-BE49-F238E27FC236}">
                        <a16:creationId xmlns:a16="http://schemas.microsoft.com/office/drawing/2014/main" id="{FABEBDDE-5A98-4FE6-A47E-A9BFC3FF1999}"/>
                      </a:ext>
                    </a:extLst>
                  </p:cNvPr>
                  <p:cNvSpPr/>
                  <p:nvPr/>
                </p:nvSpPr>
                <p:spPr>
                  <a:xfrm>
                    <a:off x="6583680" y="54776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" name="Cube 123">
                    <a:extLst>
                      <a:ext uri="{FF2B5EF4-FFF2-40B4-BE49-F238E27FC236}">
                        <a16:creationId xmlns:a16="http://schemas.microsoft.com/office/drawing/2014/main" id="{27D2A73D-EB20-4546-BE3C-954536DFC95E}"/>
                      </a:ext>
                    </a:extLst>
                  </p:cNvPr>
                  <p:cNvSpPr/>
                  <p:nvPr/>
                </p:nvSpPr>
                <p:spPr>
                  <a:xfrm>
                    <a:off x="6583680" y="5249023"/>
                    <a:ext cx="320040" cy="320040"/>
                  </a:xfrm>
                  <a:prstGeom prst="cube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0958EC0-1A83-4AA9-A17C-976DF90E176E}"/>
                  </a:ext>
                </a:extLst>
              </p:cNvPr>
              <p:cNvSpPr txBox="1"/>
              <p:nvPr/>
            </p:nvSpPr>
            <p:spPr>
              <a:xfrm>
                <a:off x="5285260" y="5726285"/>
                <a:ext cx="12971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threads</a:t>
                </a:r>
              </a:p>
            </p:txBody>
          </p:sp>
        </p:grp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3C057C00-C4AA-4E7D-9D75-4C17489C36E0}"/>
                </a:ext>
              </a:extLst>
            </p:cNvPr>
            <p:cNvCxnSpPr>
              <a:cxnSpLocks/>
            </p:cNvCxnSpPr>
            <p:nvPr/>
          </p:nvCxnSpPr>
          <p:spPr>
            <a:xfrm>
              <a:off x="5470393" y="3732407"/>
              <a:ext cx="1224540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204ADF2-C721-4485-BE78-8EADE58282C5}"/>
                </a:ext>
              </a:extLst>
            </p:cNvPr>
            <p:cNvSpPr txBox="1"/>
            <p:nvPr/>
          </p:nvSpPr>
          <p:spPr>
            <a:xfrm>
              <a:off x="5895901" y="3246236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AC4026ED-63D3-434C-ACAC-C4334642B169}"/>
                </a:ext>
              </a:extLst>
            </p:cNvPr>
            <p:cNvCxnSpPr>
              <a:cxnSpLocks/>
            </p:cNvCxnSpPr>
            <p:nvPr/>
          </p:nvCxnSpPr>
          <p:spPr>
            <a:xfrm>
              <a:off x="6934200" y="3954411"/>
              <a:ext cx="0" cy="738596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BB29607-F5AA-4932-949C-0FBAE25E10E4}"/>
                </a:ext>
              </a:extLst>
            </p:cNvPr>
            <p:cNvSpPr txBox="1"/>
            <p:nvPr/>
          </p:nvSpPr>
          <p:spPr>
            <a:xfrm>
              <a:off x="6969098" y="4092876"/>
              <a:ext cx="3898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469F1B2-53E7-4CC5-A775-6E333A036D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3162" y="4953940"/>
              <a:ext cx="426720" cy="476609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FB60C46-EFDD-4F48-AB4A-33B20B7B3712}"/>
                </a:ext>
              </a:extLst>
            </p:cNvPr>
            <p:cNvSpPr txBox="1"/>
            <p:nvPr/>
          </p:nvSpPr>
          <p:spPr>
            <a:xfrm>
              <a:off x="6755437" y="5090827"/>
              <a:ext cx="3898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60276B0E-4B82-450D-B0FE-15AB2B7A8707}"/>
              </a:ext>
            </a:extLst>
          </p:cNvPr>
          <p:cNvSpPr txBox="1"/>
          <p:nvPr/>
        </p:nvSpPr>
        <p:spPr>
          <a:xfrm>
            <a:off x="2284818" y="5076365"/>
            <a:ext cx="5655714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threadIdx</a:t>
            </a:r>
            <a:r>
              <a:rPr lang="en-US" dirty="0"/>
              <a:t> tuple is unique to each thread</a:t>
            </a:r>
            <a:br>
              <a:rPr lang="en-US" dirty="0"/>
            </a:br>
            <a:r>
              <a:rPr lang="en-US" b="1" dirty="0"/>
              <a:t>WITHIN A BLOCK.</a:t>
            </a:r>
          </a:p>
        </p:txBody>
      </p:sp>
    </p:spTree>
    <p:extLst>
      <p:ext uri="{BB962C8B-B14F-4D97-AF65-F5344CB8AC3E}">
        <p14:creationId xmlns:p14="http://schemas.microsoft.com/office/powerpoint/2010/main" val="16192447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16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0B5645-9786-44DA-94A6-D294805EEF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 dirty="0"/>
              <a:t>© David Kirk/NVIDIA and Wen-mei W. Hwu, 2007-2018 ECE408/CS483, University of Illinois, Urbana-Champaign</a:t>
            </a:r>
          </a:p>
        </p:txBody>
      </p:sp>
      <p:sp>
        <p:nvSpPr>
          <p:cNvPr id="27650" name="Rectangle 39"/>
          <p:cNvSpPr>
            <a:spLocks noChangeArrowheads="1"/>
          </p:cNvSpPr>
          <p:nvPr/>
        </p:nvSpPr>
        <p:spPr bwMode="auto">
          <a:xfrm>
            <a:off x="9248776" y="274639"/>
            <a:ext cx="1419225" cy="5794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1" name="Rectangle 40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10972800" cy="915989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Thread Blocks: Scalable Cooperation</a:t>
            </a:r>
          </a:p>
        </p:txBody>
      </p:sp>
      <p:sp>
        <p:nvSpPr>
          <p:cNvPr id="27652" name="Rectangle 41"/>
          <p:cNvSpPr>
            <a:spLocks noGrp="1" noChangeArrowheads="1"/>
          </p:cNvSpPr>
          <p:nvPr>
            <p:ph type="body" idx="1"/>
          </p:nvPr>
        </p:nvSpPr>
        <p:spPr>
          <a:xfrm>
            <a:off x="990600" y="990600"/>
            <a:ext cx="10591800" cy="1600200"/>
          </a:xfrm>
        </p:spPr>
        <p:txBody>
          <a:bodyPr/>
          <a:lstStyle/>
          <a:p>
            <a:pPr marL="573088" indent="-401638" eaLnBrk="1" hangingPunct="1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800" dirty="0"/>
              <a:t>Threads within a block cooperate via </a:t>
            </a:r>
            <a:r>
              <a:rPr lang="en-US" altLang="en-US" sz="2800" b="1" dirty="0">
                <a:solidFill>
                  <a:srgbClr val="3333CC"/>
                </a:solidFill>
              </a:rPr>
              <a:t>shared memory, atomic operations </a:t>
            </a:r>
            <a:r>
              <a:rPr lang="en-US" altLang="en-US" sz="2800" dirty="0"/>
              <a:t>and </a:t>
            </a:r>
            <a:r>
              <a:rPr lang="en-US" altLang="en-US" sz="2800" b="1" dirty="0">
                <a:solidFill>
                  <a:srgbClr val="3333CC"/>
                </a:solidFill>
              </a:rPr>
              <a:t>barrier synchronization </a:t>
            </a:r>
            <a:r>
              <a:rPr lang="en-US" altLang="en-US" sz="2800" dirty="0"/>
              <a:t>(to be covered later)</a:t>
            </a:r>
          </a:p>
          <a:p>
            <a:pPr marL="573088" indent="-401638" eaLnBrk="1" hangingPunct="1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800" dirty="0"/>
              <a:t>Threads in different blocks cooperate less.</a:t>
            </a:r>
          </a:p>
        </p:txBody>
      </p:sp>
      <p:sp>
        <p:nvSpPr>
          <p:cNvPr id="27653" name="Freeform 26"/>
          <p:cNvSpPr>
            <a:spLocks/>
          </p:cNvSpPr>
          <p:nvPr/>
        </p:nvSpPr>
        <p:spPr bwMode="auto">
          <a:xfrm>
            <a:off x="1752600" y="349567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Freeform 27"/>
          <p:cNvSpPr>
            <a:spLocks/>
          </p:cNvSpPr>
          <p:nvPr/>
        </p:nvSpPr>
        <p:spPr bwMode="auto">
          <a:xfrm>
            <a:off x="2133600" y="3495674"/>
            <a:ext cx="241300" cy="2370138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Freeform 28"/>
          <p:cNvSpPr>
            <a:spLocks/>
          </p:cNvSpPr>
          <p:nvPr/>
        </p:nvSpPr>
        <p:spPr bwMode="auto">
          <a:xfrm>
            <a:off x="2438400" y="3495674"/>
            <a:ext cx="241300" cy="2370138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Freeform 29"/>
          <p:cNvSpPr>
            <a:spLocks/>
          </p:cNvSpPr>
          <p:nvPr/>
        </p:nvSpPr>
        <p:spPr bwMode="auto">
          <a:xfrm>
            <a:off x="2743200" y="349567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Freeform 30"/>
          <p:cNvSpPr>
            <a:spLocks/>
          </p:cNvSpPr>
          <p:nvPr/>
        </p:nvSpPr>
        <p:spPr bwMode="auto">
          <a:xfrm>
            <a:off x="38862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Freeform 33"/>
          <p:cNvSpPr>
            <a:spLocks/>
          </p:cNvSpPr>
          <p:nvPr/>
        </p:nvSpPr>
        <p:spPr bwMode="auto">
          <a:xfrm>
            <a:off x="35814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524000" y="4010024"/>
            <a:ext cx="28194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i = </a:t>
            </a:r>
            <a:r>
              <a:rPr lang="en-US" sz="1600" dirty="0" err="1">
                <a:solidFill>
                  <a:srgbClr val="FF0000"/>
                </a:solidFill>
              </a:rPr>
              <a:t>blockIdx.x</a:t>
            </a:r>
            <a:r>
              <a:rPr lang="en-US" sz="1600" dirty="0">
                <a:solidFill>
                  <a:srgbClr val="FF0000"/>
                </a:solidFill>
              </a:rPr>
              <a:t> * </a:t>
            </a:r>
            <a:r>
              <a:rPr lang="en-US" sz="1600" dirty="0" err="1">
                <a:solidFill>
                  <a:srgbClr val="FF0000"/>
                </a:solidFill>
              </a:rPr>
              <a:t>blockDim.x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+ </a:t>
            </a:r>
            <a:r>
              <a:rPr lang="en-US" sz="1600" dirty="0" err="1">
                <a:solidFill>
                  <a:schemeClr val="tx1"/>
                </a:solidFill>
              </a:rPr>
              <a:t>threadIdx.x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= A[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+ B[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];</a:t>
            </a:r>
          </a:p>
        </p:txBody>
      </p:sp>
      <p:sp>
        <p:nvSpPr>
          <p:cNvPr id="27660" name="TextBox 22"/>
          <p:cNvSpPr txBox="1">
            <a:spLocks noChangeArrowheads="1"/>
          </p:cNvSpPr>
          <p:nvPr/>
        </p:nvSpPr>
        <p:spPr bwMode="auto">
          <a:xfrm>
            <a:off x="3048001" y="34004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5240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0574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908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766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254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8100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27666" name="TextBox 14"/>
          <p:cNvSpPr txBox="1">
            <a:spLocks noChangeArrowheads="1"/>
          </p:cNvSpPr>
          <p:nvPr/>
        </p:nvSpPr>
        <p:spPr bwMode="auto">
          <a:xfrm>
            <a:off x="1905000" y="2714624"/>
            <a:ext cx="187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/>
              <a:t>Thread Block 0</a:t>
            </a:r>
          </a:p>
        </p:txBody>
      </p:sp>
      <p:sp>
        <p:nvSpPr>
          <p:cNvPr id="27667" name="Freeform 26"/>
          <p:cNvSpPr>
            <a:spLocks/>
          </p:cNvSpPr>
          <p:nvPr/>
        </p:nvSpPr>
        <p:spPr bwMode="auto">
          <a:xfrm>
            <a:off x="47244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8" name="Freeform 27"/>
          <p:cNvSpPr>
            <a:spLocks/>
          </p:cNvSpPr>
          <p:nvPr/>
        </p:nvSpPr>
        <p:spPr bwMode="auto">
          <a:xfrm>
            <a:off x="5105400" y="3476624"/>
            <a:ext cx="241300" cy="2370138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Freeform 28"/>
          <p:cNvSpPr>
            <a:spLocks/>
          </p:cNvSpPr>
          <p:nvPr/>
        </p:nvSpPr>
        <p:spPr bwMode="auto">
          <a:xfrm>
            <a:off x="5410200" y="3476624"/>
            <a:ext cx="241300" cy="2370138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0" name="Freeform 29"/>
          <p:cNvSpPr>
            <a:spLocks/>
          </p:cNvSpPr>
          <p:nvPr/>
        </p:nvSpPr>
        <p:spPr bwMode="auto">
          <a:xfrm>
            <a:off x="57150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1" name="Freeform 30"/>
          <p:cNvSpPr>
            <a:spLocks/>
          </p:cNvSpPr>
          <p:nvPr/>
        </p:nvSpPr>
        <p:spPr bwMode="auto">
          <a:xfrm>
            <a:off x="68580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2" name="Freeform 33"/>
          <p:cNvSpPr>
            <a:spLocks/>
          </p:cNvSpPr>
          <p:nvPr/>
        </p:nvSpPr>
        <p:spPr bwMode="auto">
          <a:xfrm>
            <a:off x="65532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solidFill>
            <a:schemeClr val="bg1"/>
          </a:solidFill>
          <a:ln w="936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3" name="TextBox 22"/>
          <p:cNvSpPr txBox="1">
            <a:spLocks noChangeArrowheads="1"/>
          </p:cNvSpPr>
          <p:nvPr/>
        </p:nvSpPr>
        <p:spPr bwMode="auto">
          <a:xfrm>
            <a:off x="6019801" y="34004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292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5626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484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254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818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27678" name="TextBox 32"/>
          <p:cNvSpPr txBox="1">
            <a:spLocks noChangeArrowheads="1"/>
          </p:cNvSpPr>
          <p:nvPr/>
        </p:nvSpPr>
        <p:spPr bwMode="auto">
          <a:xfrm>
            <a:off x="4876800" y="2714624"/>
            <a:ext cx="187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/>
              <a:t>Thread Block 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958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95800" y="4010024"/>
            <a:ext cx="28194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i = </a:t>
            </a:r>
            <a:r>
              <a:rPr lang="en-US" sz="1600" dirty="0" err="1">
                <a:solidFill>
                  <a:schemeClr val="tx1"/>
                </a:solidFill>
              </a:rPr>
              <a:t>blockIdx.x</a:t>
            </a:r>
            <a:r>
              <a:rPr lang="en-US" sz="1600" dirty="0">
                <a:solidFill>
                  <a:schemeClr val="tx1"/>
                </a:solidFill>
              </a:rPr>
              <a:t> * </a:t>
            </a:r>
            <a:r>
              <a:rPr lang="en-US" sz="1600" dirty="0" err="1">
                <a:solidFill>
                  <a:schemeClr val="tx1"/>
                </a:solidFill>
              </a:rPr>
              <a:t>blockDim.x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tx1"/>
                </a:solidFill>
              </a:rPr>
              <a:t>threadIdx.x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= A[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+ B[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];</a:t>
            </a:r>
          </a:p>
        </p:txBody>
      </p:sp>
      <p:sp>
        <p:nvSpPr>
          <p:cNvPr id="27681" name="Freeform 26"/>
          <p:cNvSpPr>
            <a:spLocks/>
          </p:cNvSpPr>
          <p:nvPr/>
        </p:nvSpPr>
        <p:spPr bwMode="auto">
          <a:xfrm>
            <a:off x="80772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2" name="Freeform 27"/>
          <p:cNvSpPr>
            <a:spLocks/>
          </p:cNvSpPr>
          <p:nvPr/>
        </p:nvSpPr>
        <p:spPr bwMode="auto">
          <a:xfrm>
            <a:off x="8458200" y="3476624"/>
            <a:ext cx="241300" cy="2370138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3" name="Freeform 28"/>
          <p:cNvSpPr>
            <a:spLocks/>
          </p:cNvSpPr>
          <p:nvPr/>
        </p:nvSpPr>
        <p:spPr bwMode="auto">
          <a:xfrm>
            <a:off x="8763000" y="3476624"/>
            <a:ext cx="241300" cy="2370138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4" name="Freeform 29"/>
          <p:cNvSpPr>
            <a:spLocks/>
          </p:cNvSpPr>
          <p:nvPr/>
        </p:nvSpPr>
        <p:spPr bwMode="auto">
          <a:xfrm>
            <a:off x="90678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5" name="Freeform 30"/>
          <p:cNvSpPr>
            <a:spLocks/>
          </p:cNvSpPr>
          <p:nvPr/>
        </p:nvSpPr>
        <p:spPr bwMode="auto">
          <a:xfrm>
            <a:off x="102108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6" name="Freeform 33"/>
          <p:cNvSpPr>
            <a:spLocks/>
          </p:cNvSpPr>
          <p:nvPr/>
        </p:nvSpPr>
        <p:spPr bwMode="auto">
          <a:xfrm>
            <a:off x="9906000" y="3476625"/>
            <a:ext cx="241300" cy="2371725"/>
          </a:xfrm>
          <a:custGeom>
            <a:avLst/>
            <a:gdLst>
              <a:gd name="T0" fmla="*/ 0 w 152"/>
              <a:gd name="T1" fmla="*/ 0 h 1893"/>
              <a:gd name="T2" fmla="*/ 2147483647 w 152"/>
              <a:gd name="T3" fmla="*/ 2147483647 h 1893"/>
              <a:gd name="T4" fmla="*/ 2147483647 w 152"/>
              <a:gd name="T5" fmla="*/ 2147483647 h 1893"/>
              <a:gd name="T6" fmla="*/ 2147483647 w 152"/>
              <a:gd name="T7" fmla="*/ 2147483647 h 1893"/>
              <a:gd name="T8" fmla="*/ 2147483647 w 152"/>
              <a:gd name="T9" fmla="*/ 2147483647 h 1893"/>
              <a:gd name="T10" fmla="*/ 2147483647 w 152"/>
              <a:gd name="T11" fmla="*/ 2147483647 h 1893"/>
              <a:gd name="T12" fmla="*/ 2147483647 w 152"/>
              <a:gd name="T13" fmla="*/ 2147483647 h 18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2"/>
              <a:gd name="T22" fmla="*/ 0 h 1893"/>
              <a:gd name="T23" fmla="*/ 152 w 152"/>
              <a:gd name="T24" fmla="*/ 1893 h 189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2" h="1893">
                <a:moveTo>
                  <a:pt x="0" y="0"/>
                </a:moveTo>
                <a:cubicBezTo>
                  <a:pt x="72" y="119"/>
                  <a:pt x="144" y="238"/>
                  <a:pt x="148" y="357"/>
                </a:cubicBezTo>
                <a:cubicBezTo>
                  <a:pt x="152" y="476"/>
                  <a:pt x="27" y="585"/>
                  <a:pt x="22" y="713"/>
                </a:cubicBezTo>
                <a:cubicBezTo>
                  <a:pt x="17" y="841"/>
                  <a:pt x="122" y="1003"/>
                  <a:pt x="120" y="1125"/>
                </a:cubicBezTo>
                <a:cubicBezTo>
                  <a:pt x="118" y="1247"/>
                  <a:pt x="10" y="1349"/>
                  <a:pt x="11" y="1448"/>
                </a:cubicBezTo>
                <a:cubicBezTo>
                  <a:pt x="12" y="1547"/>
                  <a:pt x="116" y="1643"/>
                  <a:pt x="126" y="1717"/>
                </a:cubicBezTo>
                <a:cubicBezTo>
                  <a:pt x="136" y="1791"/>
                  <a:pt x="81" y="1864"/>
                  <a:pt x="71" y="1893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7" name="TextBox 41"/>
          <p:cNvSpPr txBox="1">
            <a:spLocks noChangeArrowheads="1"/>
          </p:cNvSpPr>
          <p:nvPr/>
        </p:nvSpPr>
        <p:spPr bwMode="auto">
          <a:xfrm>
            <a:off x="9372601" y="34004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3820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9154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6012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254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1346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27692" name="TextBox 46"/>
          <p:cNvSpPr txBox="1">
            <a:spLocks noChangeArrowheads="1"/>
          </p:cNvSpPr>
          <p:nvPr/>
        </p:nvSpPr>
        <p:spPr bwMode="auto">
          <a:xfrm>
            <a:off x="8229600" y="2714624"/>
            <a:ext cx="2178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/>
              <a:t>Thread Block N-1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48600" y="3095624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848600" y="4010024"/>
            <a:ext cx="28194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i = </a:t>
            </a:r>
            <a:r>
              <a:rPr lang="en-US" sz="1600" dirty="0" err="1">
                <a:solidFill>
                  <a:schemeClr val="tx1"/>
                </a:solidFill>
              </a:rPr>
              <a:t>blockIdx.x</a:t>
            </a:r>
            <a:r>
              <a:rPr lang="en-US" sz="1600" dirty="0">
                <a:solidFill>
                  <a:schemeClr val="tx1"/>
                </a:solidFill>
              </a:rPr>
              <a:t> * </a:t>
            </a:r>
            <a:r>
              <a:rPr lang="en-US" sz="1600" dirty="0" err="1">
                <a:solidFill>
                  <a:schemeClr val="tx1"/>
                </a:solidFill>
              </a:rPr>
              <a:t>blockDim.x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tx1"/>
                </a:solidFill>
              </a:rPr>
              <a:t>threadIdx.x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</a:p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C[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= A[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 + B[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];</a:t>
            </a:r>
          </a:p>
        </p:txBody>
      </p:sp>
      <p:sp>
        <p:nvSpPr>
          <p:cNvPr id="27695" name="TextBox 22"/>
          <p:cNvSpPr txBox="1">
            <a:spLocks noChangeArrowheads="1"/>
          </p:cNvSpPr>
          <p:nvPr/>
        </p:nvSpPr>
        <p:spPr bwMode="auto">
          <a:xfrm>
            <a:off x="7391401" y="42386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27696" name="TextBox 22"/>
          <p:cNvSpPr txBox="1">
            <a:spLocks noChangeArrowheads="1"/>
          </p:cNvSpPr>
          <p:nvPr/>
        </p:nvSpPr>
        <p:spPr bwMode="auto">
          <a:xfrm>
            <a:off x="6108701" y="53054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27697" name="TextBox 22"/>
          <p:cNvSpPr txBox="1">
            <a:spLocks noChangeArrowheads="1"/>
          </p:cNvSpPr>
          <p:nvPr/>
        </p:nvSpPr>
        <p:spPr bwMode="auto">
          <a:xfrm>
            <a:off x="3060701" y="53054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27698" name="TextBox 22"/>
          <p:cNvSpPr txBox="1">
            <a:spLocks noChangeArrowheads="1"/>
          </p:cNvSpPr>
          <p:nvPr/>
        </p:nvSpPr>
        <p:spPr bwMode="auto">
          <a:xfrm>
            <a:off x="9385301" y="530542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00" t="2667" r="17999" b="18666"/>
          <a:stretch>
            <a:fillRect/>
          </a:stretch>
        </p:blipFill>
        <p:spPr>
          <a:xfrm>
            <a:off x="5943600" y="1168400"/>
            <a:ext cx="4762500" cy="5080000"/>
          </a:xfrm>
        </p:spPr>
      </p:pic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1"/>
            <a:ext cx="11377085" cy="9144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blockIdx</a:t>
            </a:r>
            <a:r>
              <a:rPr lang="en-US" altLang="en-US" dirty="0"/>
              <a:t> and </a:t>
            </a:r>
            <a:r>
              <a:rPr lang="en-US" altLang="en-US" dirty="0" err="1"/>
              <a:t>threadIdx</a:t>
            </a:r>
            <a:endParaRPr lang="en-US" altLang="en-US" dirty="0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943100" y="1168400"/>
            <a:ext cx="4495800" cy="45720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None/>
            </a:pPr>
            <a:endParaRPr lang="en-US" altLang="en-US" dirty="0"/>
          </a:p>
          <a:p>
            <a:pPr marL="457200" indent="-457200"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</a:pPr>
            <a:r>
              <a:rPr lang="en-US" altLang="en-US" sz="2400" dirty="0"/>
              <a:t>Thread block and thread organization </a:t>
            </a:r>
          </a:p>
          <a:p>
            <a:pPr marL="857250" lvl="1" indent="-457200"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</a:pPr>
            <a:r>
              <a:rPr lang="en-US" altLang="en-US" sz="2400" dirty="0"/>
              <a:t>simplifies memory addressing</a:t>
            </a:r>
          </a:p>
          <a:p>
            <a:pPr marL="857250" lvl="1" indent="-457200"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</a:pPr>
            <a:r>
              <a:rPr lang="en-US" altLang="en-US" sz="2400" dirty="0"/>
              <a:t>when processing</a:t>
            </a:r>
            <a:br>
              <a:rPr lang="en-US" altLang="en-US" sz="2400" dirty="0"/>
            </a:br>
            <a:r>
              <a:rPr lang="en-US" altLang="en-US" sz="2400" dirty="0"/>
              <a:t>multidimensional data</a:t>
            </a:r>
          </a:p>
          <a:p>
            <a:pPr marL="574675" indent="-403225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endParaRPr lang="en-US" altLang="en-US" sz="2400" dirty="0"/>
          </a:p>
          <a:p>
            <a:pPr marL="574675" indent="-403225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US" altLang="en-US" sz="2400" dirty="0"/>
              <a:t>Image processing</a:t>
            </a:r>
          </a:p>
          <a:p>
            <a:pPr marL="574675" indent="-403225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US" altLang="en-US" sz="2400" dirty="0"/>
              <a:t>Vectors, matrices, tensors</a:t>
            </a:r>
          </a:p>
          <a:p>
            <a:pPr marL="574675" indent="-403225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US" altLang="en-US" sz="2400" dirty="0"/>
              <a:t>Solving PDEs on volumes</a:t>
            </a:r>
          </a:p>
          <a:p>
            <a:pPr marL="574675" indent="-403225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</a:pPr>
            <a:r>
              <a:rPr lang="en-US" altLang="en-US" sz="2400" dirty="0"/>
              <a:t>…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9486900" y="5892800"/>
            <a:ext cx="1219200" cy="228600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Palatino" pitchFamily="18" charset="0"/>
              <a:ea typeface="+mn-ea"/>
            </a:endParaRPr>
          </a:p>
        </p:txBody>
      </p:sp>
      <p:sp>
        <p:nvSpPr>
          <p:cNvPr id="29704" name="Slide Number Placeholder 8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066DC8B-03CB-49EF-8E3F-F1A5428635EE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3048000" y="16001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A[0]</a:t>
            </a:r>
          </a:p>
        </p:txBody>
      </p:sp>
      <p:sp>
        <p:nvSpPr>
          <p:cNvPr id="30722" name="TextBox 21"/>
          <p:cNvSpPr txBox="1">
            <a:spLocks noChangeArrowheads="1"/>
          </p:cNvSpPr>
          <p:nvPr/>
        </p:nvSpPr>
        <p:spPr bwMode="auto">
          <a:xfrm>
            <a:off x="1600200" y="1636067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vector  A</a:t>
            </a:r>
          </a:p>
        </p:txBody>
      </p:sp>
      <p:sp>
        <p:nvSpPr>
          <p:cNvPr id="30723" name="TextBox 22"/>
          <p:cNvSpPr txBox="1">
            <a:spLocks noChangeArrowheads="1"/>
          </p:cNvSpPr>
          <p:nvPr/>
        </p:nvSpPr>
        <p:spPr bwMode="auto">
          <a:xfrm>
            <a:off x="1617821" y="2618601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vector  B</a:t>
            </a:r>
          </a:p>
        </p:txBody>
      </p:sp>
      <p:sp>
        <p:nvSpPr>
          <p:cNvPr id="30724" name="TextBox 23"/>
          <p:cNvSpPr txBox="1">
            <a:spLocks noChangeArrowheads="1"/>
          </p:cNvSpPr>
          <p:nvPr/>
        </p:nvSpPr>
        <p:spPr bwMode="auto">
          <a:xfrm>
            <a:off x="1578134" y="4495799"/>
            <a:ext cx="13936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vector  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38600" y="16001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A[1]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1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A[2]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19800" y="16001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A[3]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16001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A[4]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1600" y="16001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A[N-1]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0" y="2590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B[0]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8600" y="2590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B[1]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590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B[2]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9800" y="2590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B[3]</a:t>
            </a:r>
          </a:p>
        </p:txBody>
      </p:sp>
      <p:sp>
        <p:nvSpPr>
          <p:cNvPr id="30734" name="TextBox 33"/>
          <p:cNvSpPr txBox="1">
            <a:spLocks noChangeArrowheads="1"/>
          </p:cNvSpPr>
          <p:nvPr/>
        </p:nvSpPr>
        <p:spPr bwMode="auto">
          <a:xfrm>
            <a:off x="8229601" y="17526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0400" y="2590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B[4]</a:t>
            </a:r>
          </a:p>
        </p:txBody>
      </p:sp>
      <p:sp>
        <p:nvSpPr>
          <p:cNvPr id="30736" name="TextBox 35"/>
          <p:cNvSpPr txBox="1">
            <a:spLocks noChangeArrowheads="1"/>
          </p:cNvSpPr>
          <p:nvPr/>
        </p:nvSpPr>
        <p:spPr bwMode="auto">
          <a:xfrm>
            <a:off x="8229601" y="26670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91600" y="2590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B[N-1]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0" y="4495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C[0]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38600" y="4495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C[1]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495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C[2]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19800" y="4495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C[3]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10400" y="4495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C[4]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91600" y="4495799"/>
            <a:ext cx="9906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</a:rPr>
              <a:t>C[N-1]</a:t>
            </a:r>
          </a:p>
        </p:txBody>
      </p:sp>
      <p:sp>
        <p:nvSpPr>
          <p:cNvPr id="30744" name="TextBox 43"/>
          <p:cNvSpPr txBox="1">
            <a:spLocks noChangeArrowheads="1"/>
          </p:cNvSpPr>
          <p:nvPr/>
        </p:nvSpPr>
        <p:spPr bwMode="auto">
          <a:xfrm>
            <a:off x="8229601" y="46482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  <p:sp>
        <p:nvSpPr>
          <p:cNvPr id="45" name="Oval 44"/>
          <p:cNvSpPr/>
          <p:nvPr/>
        </p:nvSpPr>
        <p:spPr>
          <a:xfrm>
            <a:off x="3276600" y="35813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</a:rPr>
              <a:t>+</a:t>
            </a:r>
          </a:p>
        </p:txBody>
      </p:sp>
      <p:cxnSp>
        <p:nvCxnSpPr>
          <p:cNvPr id="47" name="Straight Arrow Connector 46"/>
          <p:cNvCxnSpPr>
            <a:endCxn id="45" idx="1"/>
          </p:cNvCxnSpPr>
          <p:nvPr/>
        </p:nvCxnSpPr>
        <p:spPr>
          <a:xfrm rot="16200000" flipH="1">
            <a:off x="2628900" y="2933699"/>
            <a:ext cx="1449388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45" idx="7"/>
          </p:cNvCxnSpPr>
          <p:nvPr/>
        </p:nvCxnSpPr>
        <p:spPr>
          <a:xfrm rot="5400000">
            <a:off x="3503613" y="3429000"/>
            <a:ext cx="458788" cy="158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5" idx="4"/>
            <a:endCxn id="38" idx="0"/>
          </p:cNvCxnSpPr>
          <p:nvPr/>
        </p:nvCxnSpPr>
        <p:spPr>
          <a:xfrm rot="5400000">
            <a:off x="3352801" y="4305300"/>
            <a:ext cx="381000" cy="31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267200" y="35813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</a:rPr>
              <a:t>+</a:t>
            </a:r>
          </a:p>
        </p:txBody>
      </p:sp>
      <p:cxnSp>
        <p:nvCxnSpPr>
          <p:cNvPr id="53" name="Straight Arrow Connector 52"/>
          <p:cNvCxnSpPr>
            <a:endCxn id="52" idx="1"/>
          </p:cNvCxnSpPr>
          <p:nvPr/>
        </p:nvCxnSpPr>
        <p:spPr>
          <a:xfrm rot="16200000" flipH="1">
            <a:off x="3619500" y="2933699"/>
            <a:ext cx="1449388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52" idx="7"/>
          </p:cNvCxnSpPr>
          <p:nvPr/>
        </p:nvCxnSpPr>
        <p:spPr>
          <a:xfrm rot="5400000">
            <a:off x="4494213" y="3429000"/>
            <a:ext cx="458788" cy="158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2" idx="4"/>
          </p:cNvCxnSpPr>
          <p:nvPr/>
        </p:nvCxnSpPr>
        <p:spPr>
          <a:xfrm rot="5400000">
            <a:off x="4343401" y="4305300"/>
            <a:ext cx="381000" cy="31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257800" y="35813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</a:rPr>
              <a:t>+</a:t>
            </a:r>
          </a:p>
        </p:txBody>
      </p:sp>
      <p:cxnSp>
        <p:nvCxnSpPr>
          <p:cNvPr id="57" name="Straight Arrow Connector 56"/>
          <p:cNvCxnSpPr>
            <a:endCxn id="56" idx="1"/>
          </p:cNvCxnSpPr>
          <p:nvPr/>
        </p:nvCxnSpPr>
        <p:spPr>
          <a:xfrm rot="16200000" flipH="1">
            <a:off x="4610100" y="2933699"/>
            <a:ext cx="1449388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endCxn id="56" idx="7"/>
          </p:cNvCxnSpPr>
          <p:nvPr/>
        </p:nvCxnSpPr>
        <p:spPr>
          <a:xfrm rot="5400000">
            <a:off x="5484813" y="3429000"/>
            <a:ext cx="458788" cy="158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6" idx="4"/>
          </p:cNvCxnSpPr>
          <p:nvPr/>
        </p:nvCxnSpPr>
        <p:spPr>
          <a:xfrm rot="5400000">
            <a:off x="5334001" y="4305300"/>
            <a:ext cx="381000" cy="31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248400" y="35813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</a:rPr>
              <a:t>+</a:t>
            </a:r>
          </a:p>
        </p:txBody>
      </p:sp>
      <p:cxnSp>
        <p:nvCxnSpPr>
          <p:cNvPr id="61" name="Straight Arrow Connector 60"/>
          <p:cNvCxnSpPr>
            <a:endCxn id="60" idx="1"/>
          </p:cNvCxnSpPr>
          <p:nvPr/>
        </p:nvCxnSpPr>
        <p:spPr>
          <a:xfrm rot="16200000" flipH="1">
            <a:off x="5600700" y="2933699"/>
            <a:ext cx="1449388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endCxn id="60" idx="7"/>
          </p:cNvCxnSpPr>
          <p:nvPr/>
        </p:nvCxnSpPr>
        <p:spPr>
          <a:xfrm rot="5400000">
            <a:off x="6475413" y="3429000"/>
            <a:ext cx="458788" cy="158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60" idx="4"/>
          </p:cNvCxnSpPr>
          <p:nvPr/>
        </p:nvCxnSpPr>
        <p:spPr>
          <a:xfrm rot="5400000">
            <a:off x="6324601" y="4305300"/>
            <a:ext cx="381000" cy="31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7239000" y="35813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</a:rPr>
              <a:t>+</a:t>
            </a:r>
          </a:p>
        </p:txBody>
      </p:sp>
      <p:cxnSp>
        <p:nvCxnSpPr>
          <p:cNvPr id="65" name="Straight Arrow Connector 64"/>
          <p:cNvCxnSpPr>
            <a:endCxn id="64" idx="1"/>
          </p:cNvCxnSpPr>
          <p:nvPr/>
        </p:nvCxnSpPr>
        <p:spPr>
          <a:xfrm rot="16200000" flipH="1">
            <a:off x="6591300" y="2933699"/>
            <a:ext cx="1449388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64" idx="7"/>
          </p:cNvCxnSpPr>
          <p:nvPr/>
        </p:nvCxnSpPr>
        <p:spPr>
          <a:xfrm rot="5400000">
            <a:off x="7466013" y="3429000"/>
            <a:ext cx="458788" cy="158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4" idx="4"/>
          </p:cNvCxnSpPr>
          <p:nvPr/>
        </p:nvCxnSpPr>
        <p:spPr>
          <a:xfrm rot="5400000">
            <a:off x="7315201" y="4305300"/>
            <a:ext cx="381000" cy="31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220200" y="35813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2060"/>
                </a:solidFill>
              </a:rPr>
              <a:t>+</a:t>
            </a:r>
          </a:p>
        </p:txBody>
      </p:sp>
      <p:cxnSp>
        <p:nvCxnSpPr>
          <p:cNvPr id="69" name="Straight Arrow Connector 68"/>
          <p:cNvCxnSpPr>
            <a:endCxn id="68" idx="1"/>
          </p:cNvCxnSpPr>
          <p:nvPr/>
        </p:nvCxnSpPr>
        <p:spPr>
          <a:xfrm rot="16200000" flipH="1">
            <a:off x="8572500" y="2933699"/>
            <a:ext cx="1449388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68" idx="7"/>
          </p:cNvCxnSpPr>
          <p:nvPr/>
        </p:nvCxnSpPr>
        <p:spPr>
          <a:xfrm rot="5400000">
            <a:off x="9447213" y="3429000"/>
            <a:ext cx="458788" cy="158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8" idx="4"/>
          </p:cNvCxnSpPr>
          <p:nvPr/>
        </p:nvCxnSpPr>
        <p:spPr>
          <a:xfrm rot="5400000">
            <a:off x="9296401" y="4305300"/>
            <a:ext cx="381000" cy="31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9" name="Title 71"/>
          <p:cNvSpPr>
            <a:spLocks noGrp="1"/>
          </p:cNvSpPr>
          <p:nvPr>
            <p:ph type="title"/>
          </p:nvPr>
        </p:nvSpPr>
        <p:spPr>
          <a:xfrm>
            <a:off x="609600" y="0"/>
            <a:ext cx="11377085" cy="907198"/>
          </a:xfrm>
        </p:spPr>
        <p:txBody>
          <a:bodyPr/>
          <a:lstStyle/>
          <a:p>
            <a:pPr eaLnBrk="1" hangingPunct="1"/>
            <a:r>
              <a:rPr lang="en-US" altLang="en-US" dirty="0"/>
              <a:t>Vector Addition – Conceptual View</a:t>
            </a:r>
          </a:p>
        </p:txBody>
      </p:sp>
      <p:sp>
        <p:nvSpPr>
          <p:cNvPr id="30770" name="Slide Number Placeholder 7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DBD6748-4F0F-4930-BB08-951CC3D3B457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0771" name="Footer Placeholder 7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3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914399"/>
          </a:xfrm>
        </p:spPr>
        <p:txBody>
          <a:bodyPr/>
          <a:lstStyle/>
          <a:p>
            <a:pPr eaLnBrk="1" hangingPunct="1"/>
            <a:r>
              <a:rPr lang="en-US" altLang="en-US" dirty="0"/>
              <a:t>Vector Addition – Traditional C Code</a:t>
            </a:r>
          </a:p>
        </p:txBody>
      </p:sp>
      <p:sp>
        <p:nvSpPr>
          <p:cNvPr id="3174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55914"/>
            <a:ext cx="82296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// Compute vector sum C = A+B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void </a:t>
            </a:r>
            <a:r>
              <a:rPr lang="en-US" altLang="en-US" sz="2000" dirty="0" err="1">
                <a:latin typeface="Courier New" panose="02070309020205020404" pitchFamily="49" charset="0"/>
              </a:rPr>
              <a:t>vecAdd</a:t>
            </a:r>
            <a:r>
              <a:rPr lang="en-US" altLang="en-US" sz="2000" dirty="0">
                <a:latin typeface="Courier New" panose="02070309020205020404" pitchFamily="49" charset="0"/>
              </a:rPr>
              <a:t>(float* A, float* B, float* C, int n)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for (i = 0, i &lt; n, i++)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C[i] = A[i] + B[i];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// Memory allocation for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A_h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B_h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and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C_h</a:t>
            </a:r>
            <a:endParaRPr lang="en-US" altLang="en-US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 // I/O to read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A_h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and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B_h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N elements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vecAdd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A_h</a:t>
            </a:r>
            <a:r>
              <a:rPr lang="en-US" altLang="en-US" sz="2000" b="1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B_h</a:t>
            </a:r>
            <a:r>
              <a:rPr lang="en-US" altLang="en-US" sz="2000" b="1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C_h</a:t>
            </a:r>
            <a:r>
              <a:rPr lang="en-US" altLang="en-US" sz="2000" b="1" dirty="0">
                <a:latin typeface="Courier New" panose="02070309020205020404" pitchFamily="49" charset="0"/>
              </a:rPr>
              <a:t>, N);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11881E3-0617-490A-AB86-2FC08170BA3E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/>
          <p:cNvSpPr txBox="1">
            <a:spLocks noChangeArrowheads="1"/>
          </p:cNvSpPr>
          <p:nvPr/>
        </p:nvSpPr>
        <p:spPr bwMode="auto">
          <a:xfrm>
            <a:off x="1981200" y="1220788"/>
            <a:ext cx="8686800" cy="538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cuda.h</a:t>
            </a:r>
            <a:r>
              <a:rPr lang="en-US" alt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2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vecAdd</a:t>
            </a:r>
            <a:r>
              <a:rPr lang="en-US" alt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(float* A, float* B, float* C, </a:t>
            </a:r>
            <a:r>
              <a:rPr lang="en-US" altLang="en-US" sz="2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ar-SA" alt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‏</a:t>
            </a:r>
            <a:endParaRPr lang="en-US" altLang="en-US" sz="2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alt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 = n* </a:t>
            </a:r>
            <a:r>
              <a:rPr lang="en-US" alt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(float); </a:t>
            </a:r>
          </a:p>
          <a:p>
            <a:pPr eaLnBrk="1" hangingPunct="1">
              <a:buFont typeface="Palatino" charset="0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float *</a:t>
            </a:r>
            <a:r>
              <a:rPr lang="en-US" alt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// Allocate device memory for A, B, and C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copy A and B to device memory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// Kernel launch code – to have the device</a:t>
            </a: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to perform the actual vector addition</a:t>
            </a:r>
          </a:p>
          <a:p>
            <a:pPr eaLnBrk="1" hangingPunct="1"/>
            <a:endParaRPr lang="en-US" altLang="en-US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// copy C from the device memory</a:t>
            </a: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Free device vectors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buFont typeface="Palatino" charset="0"/>
              <a:buNone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770" name="Title 12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914399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Heterogeneous Computing: </a:t>
            </a:r>
            <a:r>
              <a:rPr lang="en-US" altLang="en-US" sz="4000" dirty="0" err="1"/>
              <a:t>vecAdd</a:t>
            </a:r>
            <a:r>
              <a:rPr lang="en-US" altLang="en-US" sz="4000" dirty="0"/>
              <a:t> Host Code</a:t>
            </a:r>
          </a:p>
        </p:txBody>
      </p:sp>
      <p:sp>
        <p:nvSpPr>
          <p:cNvPr id="32771" name="Slide Number Placeholder 1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3670A86-3DEA-4545-A2A8-EAEDC8B30012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2772" name="Footer Placeholder 1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39"/>
          <p:cNvSpPr>
            <a:spLocks noGrp="1"/>
          </p:cNvSpPr>
          <p:nvPr>
            <p:ph type="title"/>
          </p:nvPr>
        </p:nvSpPr>
        <p:spPr>
          <a:xfrm>
            <a:off x="609600" y="0"/>
            <a:ext cx="11049000" cy="898751"/>
          </a:xfrm>
        </p:spPr>
        <p:txBody>
          <a:bodyPr/>
          <a:lstStyle/>
          <a:p>
            <a:pPr eaLnBrk="1" hangingPunct="1"/>
            <a:r>
              <a:rPr lang="en-US" altLang="en-US" dirty="0"/>
              <a:t>Partial Overview of CUDA Memories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14413" y="1324202"/>
            <a:ext cx="5334000" cy="3810000"/>
          </a:xfrm>
        </p:spPr>
        <p:txBody>
          <a:bodyPr/>
          <a:lstStyle/>
          <a:p>
            <a:pPr marL="457200" indent="-457200" eaLnBrk="1" hangingPunct="1">
              <a:defRPr/>
            </a:pPr>
            <a:r>
              <a:rPr lang="en-US" sz="2400" dirty="0">
                <a:ea typeface="+mn-ea"/>
                <a:cs typeface="+mn-cs"/>
              </a:rPr>
              <a:t>Device code can:</a:t>
            </a:r>
          </a:p>
          <a:p>
            <a:pPr marL="974725" lvl="1" indent="-403225" eaLnBrk="1" hangingPunct="1">
              <a:defRPr/>
            </a:pPr>
            <a:r>
              <a:rPr lang="en-US" sz="2400" dirty="0">
                <a:ea typeface="ＭＳ Ｐゴシック" charset="0"/>
              </a:rPr>
              <a:t>R/W per-thread </a:t>
            </a:r>
            <a:r>
              <a:rPr lang="en-US" sz="2400" dirty="0">
                <a:solidFill>
                  <a:schemeClr val="accent2"/>
                </a:solidFill>
                <a:ea typeface="ＭＳ Ｐゴシック" charset="0"/>
              </a:rPr>
              <a:t>registers</a:t>
            </a:r>
          </a:p>
          <a:p>
            <a:pPr marL="974725" lvl="1" indent="-403225" eaLnBrk="1" hangingPunct="1">
              <a:defRPr/>
            </a:pPr>
            <a:r>
              <a:rPr lang="en-US" sz="2400" dirty="0">
                <a:ea typeface="ＭＳ Ｐゴシック" charset="0"/>
              </a:rPr>
              <a:t>R/W per-grid </a:t>
            </a:r>
            <a:r>
              <a:rPr lang="en-US" sz="2400" dirty="0">
                <a:solidFill>
                  <a:schemeClr val="accent2"/>
                </a:solidFill>
                <a:ea typeface="ＭＳ Ｐゴシック" charset="0"/>
              </a:rPr>
              <a:t>global memory</a:t>
            </a:r>
          </a:p>
          <a:p>
            <a:pPr marL="857250" lvl="1" indent="-457200" eaLnBrk="1" hangingPunct="1">
              <a:defRPr/>
            </a:pPr>
            <a:endParaRPr lang="en-US" sz="1800" dirty="0">
              <a:ea typeface="ＭＳ Ｐゴシック" charset="0"/>
            </a:endParaRPr>
          </a:p>
          <a:p>
            <a:pPr marL="457200" indent="-457200" eaLnBrk="1" hangingPunct="1">
              <a:defRPr/>
            </a:pPr>
            <a:r>
              <a:rPr lang="en-US" sz="2400" dirty="0">
                <a:ea typeface="+mn-ea"/>
                <a:cs typeface="+mn-cs"/>
              </a:rPr>
              <a:t>Host code can</a:t>
            </a:r>
          </a:p>
          <a:p>
            <a:pPr marL="974725" lvl="1" indent="-403225" eaLnBrk="1" hangingPunct="1">
              <a:defRPr/>
            </a:pPr>
            <a:r>
              <a:rPr lang="en-US" sz="2400" dirty="0">
                <a:ea typeface="ＭＳ Ｐゴシック" charset="0"/>
              </a:rPr>
              <a:t>Transfer data to/from per grid</a:t>
            </a:r>
            <a:r>
              <a:rPr lang="en-US" sz="2400" dirty="0">
                <a:solidFill>
                  <a:schemeClr val="accent2"/>
                </a:solidFill>
                <a:ea typeface="ＭＳ Ｐゴシック" charset="0"/>
              </a:rPr>
              <a:t> global memory </a:t>
            </a:r>
          </a:p>
        </p:txBody>
      </p:sp>
      <p:sp>
        <p:nvSpPr>
          <p:cNvPr id="34819" name="Text Box 6"/>
          <p:cNvSpPr txBox="1">
            <a:spLocks noChangeArrowheads="1"/>
          </p:cNvSpPr>
          <p:nvPr/>
        </p:nvSpPr>
        <p:spPr bwMode="auto">
          <a:xfrm>
            <a:off x="7197725" y="1752600"/>
            <a:ext cx="3775075" cy="4110038"/>
          </a:xfrm>
          <a:prstGeom prst="rect">
            <a:avLst/>
          </a:prstGeom>
          <a:solidFill>
            <a:srgbClr val="99CCFF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(Device) Grid</a:t>
            </a:r>
          </a:p>
        </p:txBody>
      </p:sp>
      <p:sp>
        <p:nvSpPr>
          <p:cNvPr id="34820" name="Text Box 9"/>
          <p:cNvSpPr txBox="1">
            <a:spLocks noChangeArrowheads="1"/>
          </p:cNvSpPr>
          <p:nvPr/>
        </p:nvSpPr>
        <p:spPr bwMode="auto">
          <a:xfrm>
            <a:off x="7350124" y="4719638"/>
            <a:ext cx="3505200" cy="425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000" b="1">
                <a:solidFill>
                  <a:srgbClr val="003300"/>
                </a:solidFill>
              </a:rPr>
              <a:t>Global</a:t>
            </a:r>
          </a:p>
          <a:p>
            <a:pPr eaLnBrk="1" hangingPunct="1"/>
            <a:r>
              <a:rPr lang="en-US" altLang="en-US" sz="1000" b="1">
                <a:solidFill>
                  <a:srgbClr val="003300"/>
                </a:solidFill>
              </a:rPr>
              <a:t>Memory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21" name="Text Box 10"/>
          <p:cNvSpPr txBox="1">
            <a:spLocks noChangeArrowheads="1"/>
          </p:cNvSpPr>
          <p:nvPr/>
        </p:nvSpPr>
        <p:spPr bwMode="auto">
          <a:xfrm>
            <a:off x="7282542" y="2209801"/>
            <a:ext cx="1812925" cy="2244725"/>
          </a:xfrm>
          <a:prstGeom prst="rect">
            <a:avLst/>
          </a:prstGeom>
          <a:solidFill>
            <a:srgbClr val="FFCC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Block (0, 0)</a:t>
            </a:r>
          </a:p>
        </p:txBody>
      </p:sp>
      <p:sp>
        <p:nvSpPr>
          <p:cNvPr id="34822" name="Text Box 13"/>
          <p:cNvSpPr txBox="1">
            <a:spLocks noChangeArrowheads="1"/>
          </p:cNvSpPr>
          <p:nvPr/>
        </p:nvSpPr>
        <p:spPr bwMode="auto">
          <a:xfrm>
            <a:off x="7354888" y="3784601"/>
            <a:ext cx="820737" cy="487363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(0,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23" name="Text Box 14"/>
          <p:cNvSpPr txBox="1">
            <a:spLocks noChangeArrowheads="1"/>
          </p:cNvSpPr>
          <p:nvPr/>
        </p:nvSpPr>
        <p:spPr bwMode="auto">
          <a:xfrm>
            <a:off x="7354887" y="3259138"/>
            <a:ext cx="622300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24" name="Line 16"/>
          <p:cNvSpPr>
            <a:spLocks noChangeShapeType="1"/>
          </p:cNvSpPr>
          <p:nvPr/>
        </p:nvSpPr>
        <p:spPr bwMode="auto">
          <a:xfrm flipV="1">
            <a:off x="7666037" y="3552825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18"/>
          <p:cNvSpPr>
            <a:spLocks noChangeShapeType="1"/>
          </p:cNvSpPr>
          <p:nvPr/>
        </p:nvSpPr>
        <p:spPr bwMode="auto">
          <a:xfrm>
            <a:off x="7654924" y="426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Text Box 22"/>
          <p:cNvSpPr txBox="1">
            <a:spLocks noChangeArrowheads="1"/>
          </p:cNvSpPr>
          <p:nvPr/>
        </p:nvSpPr>
        <p:spPr bwMode="auto">
          <a:xfrm>
            <a:off x="8226424" y="3784601"/>
            <a:ext cx="820738" cy="487363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(1,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27" name="Text Box 23"/>
          <p:cNvSpPr txBox="1">
            <a:spLocks noChangeArrowheads="1"/>
          </p:cNvSpPr>
          <p:nvPr/>
        </p:nvSpPr>
        <p:spPr bwMode="auto">
          <a:xfrm>
            <a:off x="8226425" y="3259138"/>
            <a:ext cx="620713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28" name="Line 25"/>
          <p:cNvSpPr>
            <a:spLocks noChangeShapeType="1"/>
          </p:cNvSpPr>
          <p:nvPr/>
        </p:nvSpPr>
        <p:spPr bwMode="auto">
          <a:xfrm flipV="1">
            <a:off x="8537574" y="3552825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27"/>
          <p:cNvSpPr>
            <a:spLocks noChangeShapeType="1"/>
          </p:cNvSpPr>
          <p:nvPr/>
        </p:nvSpPr>
        <p:spPr bwMode="auto">
          <a:xfrm>
            <a:off x="8569324" y="426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Text Box 30"/>
          <p:cNvSpPr txBox="1">
            <a:spLocks noChangeArrowheads="1"/>
          </p:cNvSpPr>
          <p:nvPr/>
        </p:nvSpPr>
        <p:spPr bwMode="auto">
          <a:xfrm>
            <a:off x="9165772" y="2207532"/>
            <a:ext cx="1744663" cy="2244725"/>
          </a:xfrm>
          <a:prstGeom prst="rect">
            <a:avLst/>
          </a:prstGeom>
          <a:solidFill>
            <a:srgbClr val="FFCC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Block (1, 0)</a:t>
            </a:r>
            <a:endParaRPr lang="en-US" altLang="en-US">
              <a:solidFill>
                <a:srgbClr val="003300"/>
              </a:solidFill>
            </a:endParaRPr>
          </a:p>
        </p:txBody>
      </p:sp>
      <p:sp>
        <p:nvSpPr>
          <p:cNvPr id="34831" name="Text Box 33"/>
          <p:cNvSpPr txBox="1">
            <a:spLocks noChangeArrowheads="1"/>
          </p:cNvSpPr>
          <p:nvPr/>
        </p:nvSpPr>
        <p:spPr bwMode="auto">
          <a:xfrm>
            <a:off x="9191624" y="3784601"/>
            <a:ext cx="820738" cy="487363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(0,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32" name="Text Box 34"/>
          <p:cNvSpPr txBox="1">
            <a:spLocks noChangeArrowheads="1"/>
          </p:cNvSpPr>
          <p:nvPr/>
        </p:nvSpPr>
        <p:spPr bwMode="auto">
          <a:xfrm>
            <a:off x="9191625" y="3259138"/>
            <a:ext cx="620713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33" name="Line 36"/>
          <p:cNvSpPr>
            <a:spLocks noChangeShapeType="1"/>
          </p:cNvSpPr>
          <p:nvPr/>
        </p:nvSpPr>
        <p:spPr bwMode="auto">
          <a:xfrm flipV="1">
            <a:off x="9502774" y="3552825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Line 38"/>
          <p:cNvSpPr>
            <a:spLocks noChangeShapeType="1"/>
          </p:cNvSpPr>
          <p:nvPr/>
        </p:nvSpPr>
        <p:spPr bwMode="auto">
          <a:xfrm>
            <a:off x="9483724" y="426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5" name="Text Box 42"/>
          <p:cNvSpPr txBox="1">
            <a:spLocks noChangeArrowheads="1"/>
          </p:cNvSpPr>
          <p:nvPr/>
        </p:nvSpPr>
        <p:spPr bwMode="auto">
          <a:xfrm>
            <a:off x="10063163" y="3784601"/>
            <a:ext cx="820737" cy="487363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(1,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36" name="Text Box 43"/>
          <p:cNvSpPr txBox="1">
            <a:spLocks noChangeArrowheads="1"/>
          </p:cNvSpPr>
          <p:nvPr/>
        </p:nvSpPr>
        <p:spPr bwMode="auto">
          <a:xfrm>
            <a:off x="10063162" y="3259138"/>
            <a:ext cx="620712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4837" name="Line 45"/>
          <p:cNvSpPr>
            <a:spLocks noChangeShapeType="1"/>
          </p:cNvSpPr>
          <p:nvPr/>
        </p:nvSpPr>
        <p:spPr bwMode="auto">
          <a:xfrm flipV="1">
            <a:off x="10372724" y="3552825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Line 47"/>
          <p:cNvSpPr>
            <a:spLocks noChangeShapeType="1"/>
          </p:cNvSpPr>
          <p:nvPr/>
        </p:nvSpPr>
        <p:spPr bwMode="auto">
          <a:xfrm>
            <a:off x="10321924" y="4262438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9" name="Text Box 50"/>
          <p:cNvSpPr txBox="1">
            <a:spLocks noChangeArrowheads="1"/>
          </p:cNvSpPr>
          <p:nvPr/>
        </p:nvSpPr>
        <p:spPr bwMode="auto">
          <a:xfrm>
            <a:off x="6511924" y="4795838"/>
            <a:ext cx="533400" cy="1066800"/>
          </a:xfrm>
          <a:prstGeom prst="rect">
            <a:avLst/>
          </a:prstGeom>
          <a:solidFill>
            <a:srgbClr val="99CCFF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Host</a:t>
            </a:r>
          </a:p>
        </p:txBody>
      </p:sp>
      <p:sp>
        <p:nvSpPr>
          <p:cNvPr id="34840" name="Line 51"/>
          <p:cNvSpPr>
            <a:spLocks noChangeShapeType="1"/>
          </p:cNvSpPr>
          <p:nvPr/>
        </p:nvSpPr>
        <p:spPr bwMode="auto">
          <a:xfrm flipV="1">
            <a:off x="7045325" y="4948238"/>
            <a:ext cx="315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Slide Number Placeholder 38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23EA953-D159-4660-9EAD-CDB77C061CBA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4842" name="Footer Placeholder 39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2133600" y="4419600"/>
            <a:ext cx="3657600" cy="457200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latin typeface="Palatino" pitchFamily="18" charset="0"/>
                <a:ea typeface="+mn-ea"/>
              </a:rPr>
              <a:t>We will cover more later.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5" name="Group 57"/>
          <p:cNvGrpSpPr>
            <a:grpSpLocks/>
          </p:cNvGrpSpPr>
          <p:nvPr/>
        </p:nvGrpSpPr>
        <p:grpSpPr bwMode="auto">
          <a:xfrm>
            <a:off x="6588125" y="1600200"/>
            <a:ext cx="4537075" cy="3963988"/>
            <a:chOff x="2880" y="1103"/>
            <a:chExt cx="2858" cy="2497"/>
          </a:xfrm>
        </p:grpSpPr>
        <p:sp>
          <p:nvSpPr>
            <p:cNvPr id="36871" name="Text Box 6"/>
            <p:cNvSpPr txBox="1">
              <a:spLocks noChangeArrowheads="1"/>
            </p:cNvSpPr>
            <p:nvPr/>
          </p:nvSpPr>
          <p:spPr bwMode="auto">
            <a:xfrm>
              <a:off x="3403" y="1103"/>
              <a:ext cx="2335" cy="249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 b="1">
                  <a:solidFill>
                    <a:srgbClr val="003300"/>
                  </a:solidFill>
                </a:rPr>
                <a:t>Grid</a:t>
              </a:r>
            </a:p>
          </p:txBody>
        </p:sp>
        <p:sp>
          <p:nvSpPr>
            <p:cNvPr id="36872" name="Text Box 9"/>
            <p:cNvSpPr txBox="1">
              <a:spLocks noChangeArrowheads="1"/>
            </p:cNvSpPr>
            <p:nvPr/>
          </p:nvSpPr>
          <p:spPr bwMode="auto">
            <a:xfrm>
              <a:off x="3441" y="2847"/>
              <a:ext cx="2271" cy="26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 b="1">
                  <a:solidFill>
                    <a:srgbClr val="003300"/>
                  </a:solidFill>
                </a:rPr>
                <a:t>Global Memory</a:t>
              </a:r>
              <a:endParaRPr lang="en-US" altLang="en-US" sz="1200">
                <a:solidFill>
                  <a:srgbClr val="003300"/>
                </a:solidFill>
              </a:endParaRPr>
            </a:p>
          </p:txBody>
        </p:sp>
        <p:sp>
          <p:nvSpPr>
            <p:cNvPr id="36873" name="Text Box 12"/>
            <p:cNvSpPr txBox="1">
              <a:spLocks noChangeArrowheads="1"/>
            </p:cNvSpPr>
            <p:nvPr/>
          </p:nvSpPr>
          <p:spPr bwMode="auto">
            <a:xfrm>
              <a:off x="3434" y="1414"/>
              <a:ext cx="1116" cy="1361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 b="1">
                  <a:solidFill>
                    <a:srgbClr val="003300"/>
                  </a:solidFill>
                </a:rPr>
                <a:t>Block (0, 0)</a:t>
              </a:r>
            </a:p>
          </p:txBody>
        </p:sp>
        <p:sp>
          <p:nvSpPr>
            <p:cNvPr id="36874" name="Text Box 16"/>
            <p:cNvSpPr txBox="1">
              <a:spLocks noChangeArrowheads="1"/>
            </p:cNvSpPr>
            <p:nvPr/>
          </p:nvSpPr>
          <p:spPr bwMode="auto">
            <a:xfrm>
              <a:off x="3459" y="2383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Thread (0, 0)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75" name="Text Box 17"/>
            <p:cNvSpPr txBox="1">
              <a:spLocks noChangeArrowheads="1"/>
            </p:cNvSpPr>
            <p:nvPr/>
          </p:nvSpPr>
          <p:spPr bwMode="auto">
            <a:xfrm>
              <a:off x="3459" y="2052"/>
              <a:ext cx="392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Registers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76" name="Line 19"/>
            <p:cNvSpPr>
              <a:spLocks noChangeShapeType="1"/>
            </p:cNvSpPr>
            <p:nvPr/>
          </p:nvSpPr>
          <p:spPr bwMode="auto">
            <a:xfrm flipV="1">
              <a:off x="3655" y="2237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Line 21"/>
            <p:cNvSpPr>
              <a:spLocks noChangeShapeType="1"/>
            </p:cNvSpPr>
            <p:nvPr/>
          </p:nvSpPr>
          <p:spPr bwMode="auto">
            <a:xfrm>
              <a:off x="3836" y="2693"/>
              <a:ext cx="0" cy="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Text Box 26"/>
            <p:cNvSpPr txBox="1">
              <a:spLocks noChangeArrowheads="1"/>
            </p:cNvSpPr>
            <p:nvPr/>
          </p:nvSpPr>
          <p:spPr bwMode="auto">
            <a:xfrm>
              <a:off x="4008" y="2383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Thread (1, 0)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79" name="Text Box 27"/>
            <p:cNvSpPr txBox="1">
              <a:spLocks noChangeArrowheads="1"/>
            </p:cNvSpPr>
            <p:nvPr/>
          </p:nvSpPr>
          <p:spPr bwMode="auto">
            <a:xfrm>
              <a:off x="4008" y="2052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Registers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80" name="Line 29"/>
            <p:cNvSpPr>
              <a:spLocks noChangeShapeType="1"/>
            </p:cNvSpPr>
            <p:nvPr/>
          </p:nvSpPr>
          <p:spPr bwMode="auto">
            <a:xfrm flipV="1">
              <a:off x="4204" y="2237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31"/>
            <p:cNvSpPr>
              <a:spLocks noChangeShapeType="1"/>
            </p:cNvSpPr>
            <p:nvPr/>
          </p:nvSpPr>
          <p:spPr bwMode="auto">
            <a:xfrm>
              <a:off x="4385" y="2693"/>
              <a:ext cx="0" cy="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Text Box 35"/>
            <p:cNvSpPr txBox="1">
              <a:spLocks noChangeArrowheads="1"/>
            </p:cNvSpPr>
            <p:nvPr/>
          </p:nvSpPr>
          <p:spPr bwMode="auto">
            <a:xfrm>
              <a:off x="4591" y="1414"/>
              <a:ext cx="1116" cy="1361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 b="1">
                  <a:solidFill>
                    <a:srgbClr val="003300"/>
                  </a:solidFill>
                </a:rPr>
                <a:t>Block (1, 0)</a:t>
              </a:r>
              <a:endParaRPr lang="en-US" altLang="en-US">
                <a:solidFill>
                  <a:srgbClr val="003300"/>
                </a:solidFill>
              </a:endParaRPr>
            </a:p>
          </p:txBody>
        </p:sp>
        <p:sp>
          <p:nvSpPr>
            <p:cNvPr id="36883" name="Text Box 39"/>
            <p:cNvSpPr txBox="1">
              <a:spLocks noChangeArrowheads="1"/>
            </p:cNvSpPr>
            <p:nvPr/>
          </p:nvSpPr>
          <p:spPr bwMode="auto">
            <a:xfrm>
              <a:off x="4616" y="2383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Thread (0, 0)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84" name="Text Box 40"/>
            <p:cNvSpPr txBox="1">
              <a:spLocks noChangeArrowheads="1"/>
            </p:cNvSpPr>
            <p:nvPr/>
          </p:nvSpPr>
          <p:spPr bwMode="auto">
            <a:xfrm>
              <a:off x="4616" y="2052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Registers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85" name="Line 42"/>
            <p:cNvSpPr>
              <a:spLocks noChangeShapeType="1"/>
            </p:cNvSpPr>
            <p:nvPr/>
          </p:nvSpPr>
          <p:spPr bwMode="auto">
            <a:xfrm flipV="1">
              <a:off x="4812" y="2237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Line 44"/>
            <p:cNvSpPr>
              <a:spLocks noChangeShapeType="1"/>
            </p:cNvSpPr>
            <p:nvPr/>
          </p:nvSpPr>
          <p:spPr bwMode="auto">
            <a:xfrm>
              <a:off x="4993" y="2693"/>
              <a:ext cx="0" cy="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Text Box 49"/>
            <p:cNvSpPr txBox="1">
              <a:spLocks noChangeArrowheads="1"/>
            </p:cNvSpPr>
            <p:nvPr/>
          </p:nvSpPr>
          <p:spPr bwMode="auto">
            <a:xfrm>
              <a:off x="5165" y="2383"/>
              <a:ext cx="517" cy="30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Thread (1, 0)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88" name="Text Box 50"/>
            <p:cNvSpPr txBox="1">
              <a:spLocks noChangeArrowheads="1"/>
            </p:cNvSpPr>
            <p:nvPr/>
          </p:nvSpPr>
          <p:spPr bwMode="auto">
            <a:xfrm>
              <a:off x="5165" y="2052"/>
              <a:ext cx="391" cy="18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1000" b="1">
                  <a:solidFill>
                    <a:srgbClr val="003300"/>
                  </a:solidFill>
                </a:rPr>
                <a:t>Registers</a:t>
              </a:r>
              <a:endParaRPr lang="en-US" altLang="en-US" sz="1000">
                <a:solidFill>
                  <a:srgbClr val="003300"/>
                </a:solidFill>
              </a:endParaRPr>
            </a:p>
          </p:txBody>
        </p:sp>
        <p:sp>
          <p:nvSpPr>
            <p:cNvPr id="36889" name="Line 52"/>
            <p:cNvSpPr>
              <a:spLocks noChangeShapeType="1"/>
            </p:cNvSpPr>
            <p:nvPr/>
          </p:nvSpPr>
          <p:spPr bwMode="auto">
            <a:xfrm flipV="1">
              <a:off x="5360" y="2237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Line 54"/>
            <p:cNvSpPr>
              <a:spLocks noChangeShapeType="1"/>
            </p:cNvSpPr>
            <p:nvPr/>
          </p:nvSpPr>
          <p:spPr bwMode="auto">
            <a:xfrm>
              <a:off x="5542" y="2693"/>
              <a:ext cx="0" cy="1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Text Box 58"/>
            <p:cNvSpPr txBox="1">
              <a:spLocks noChangeArrowheads="1"/>
            </p:cNvSpPr>
            <p:nvPr/>
          </p:nvSpPr>
          <p:spPr bwMode="auto">
            <a:xfrm>
              <a:off x="2880" y="2844"/>
              <a:ext cx="355" cy="51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200" b="1">
                  <a:solidFill>
                    <a:srgbClr val="003300"/>
                  </a:solidFill>
                </a:rPr>
                <a:t>Host</a:t>
              </a:r>
            </a:p>
          </p:txBody>
        </p:sp>
        <p:sp>
          <p:nvSpPr>
            <p:cNvPr id="36892" name="Line 60"/>
            <p:cNvSpPr>
              <a:spLocks noChangeShapeType="1"/>
            </p:cNvSpPr>
            <p:nvPr/>
          </p:nvSpPr>
          <p:spPr bwMode="auto">
            <a:xfrm flipV="1">
              <a:off x="3235" y="2978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60"/>
            <p:cNvSpPr>
              <a:spLocks noChangeShapeType="1"/>
            </p:cNvSpPr>
            <p:nvPr/>
          </p:nvSpPr>
          <p:spPr bwMode="auto">
            <a:xfrm flipV="1">
              <a:off x="3235" y="3264"/>
              <a:ext cx="1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866" name="Title 35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59745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CUDA Device Memory Management API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58131" y="1295400"/>
            <a:ext cx="4343400" cy="481556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err="1">
                <a:ea typeface="+mn-ea"/>
                <a:cs typeface="+mn-cs"/>
              </a:rPr>
              <a:t>cudaMalloc</a:t>
            </a:r>
            <a:r>
              <a:rPr lang="en-US" sz="2400" dirty="0">
                <a:ea typeface="+mn-ea"/>
                <a:cs typeface="+mn-cs"/>
              </a:rPr>
              <a:t>()</a:t>
            </a:r>
          </a:p>
          <a:p>
            <a:pPr lvl="1" eaLnBrk="1" hangingPunct="1">
              <a:defRPr/>
            </a:pPr>
            <a:r>
              <a:rPr lang="en-US" sz="2000" dirty="0">
                <a:ea typeface="ＭＳ Ｐゴシック" charset="0"/>
              </a:rPr>
              <a:t>Allocates object in the device </a:t>
            </a:r>
            <a:r>
              <a:rPr lang="en-US" sz="2000" u="sng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global memory</a:t>
            </a:r>
          </a:p>
          <a:p>
            <a:pPr lvl="1" eaLnBrk="1" hangingPunct="1">
              <a:defRPr/>
            </a:pPr>
            <a:r>
              <a:rPr lang="en-US" sz="2000" dirty="0">
                <a:ea typeface="ＭＳ Ｐゴシック" charset="0"/>
              </a:rPr>
              <a:t>Two parameters</a:t>
            </a:r>
          </a:p>
          <a:p>
            <a:pPr lvl="2" eaLnBrk="1" hangingPunct="1">
              <a:defRPr/>
            </a:pPr>
            <a:r>
              <a:rPr lang="en-US" sz="1800" b="1" dirty="0">
                <a:ea typeface="ＭＳ Ｐゴシック" charset="0"/>
              </a:rPr>
              <a:t>Address of a pointe</a:t>
            </a:r>
            <a:r>
              <a:rPr lang="en-US" sz="1800" dirty="0">
                <a:ea typeface="ＭＳ Ｐゴシック" charset="0"/>
              </a:rPr>
              <a:t>r to the allocated object</a:t>
            </a:r>
          </a:p>
          <a:p>
            <a:pPr lvl="2" eaLnBrk="1" hangingPunct="1">
              <a:defRPr/>
            </a:pPr>
            <a:r>
              <a:rPr lang="en-US" sz="1800" b="1" dirty="0">
                <a:ea typeface="ＭＳ Ｐゴシック" charset="0"/>
              </a:rPr>
              <a:t>Size of</a:t>
            </a:r>
            <a:r>
              <a:rPr lang="en-US" sz="1800" dirty="0">
                <a:ea typeface="ＭＳ Ｐゴシック" charset="0"/>
              </a:rPr>
              <a:t> the allocated object in terms of bytes</a:t>
            </a:r>
          </a:p>
          <a:p>
            <a:pPr eaLnBrk="1" hangingPunct="1">
              <a:defRPr/>
            </a:pPr>
            <a:r>
              <a:rPr lang="en-US" sz="2400" dirty="0" err="1">
                <a:ea typeface="+mn-ea"/>
                <a:cs typeface="+mn-cs"/>
              </a:rPr>
              <a:t>cudaFree</a:t>
            </a:r>
            <a:r>
              <a:rPr lang="en-US" sz="2400" dirty="0">
                <a:ea typeface="+mn-ea"/>
                <a:cs typeface="+mn-cs"/>
              </a:rPr>
              <a:t>()</a:t>
            </a:r>
          </a:p>
          <a:p>
            <a:pPr lvl="1" eaLnBrk="1" hangingPunct="1">
              <a:defRPr/>
            </a:pPr>
            <a:r>
              <a:rPr lang="en-US" sz="2000" dirty="0">
                <a:ea typeface="ＭＳ Ｐゴシック" charset="0"/>
              </a:rPr>
              <a:t>Frees object from device global memory</a:t>
            </a:r>
          </a:p>
          <a:p>
            <a:pPr lvl="2" eaLnBrk="1" hangingPunct="1">
              <a:defRPr/>
            </a:pPr>
            <a:r>
              <a:rPr lang="en-US" sz="1800" b="1" dirty="0">
                <a:ea typeface="ＭＳ Ｐゴシック" charset="0"/>
              </a:rPr>
              <a:t>Pointer </a:t>
            </a:r>
            <a:r>
              <a:rPr lang="en-US" sz="1800" dirty="0">
                <a:ea typeface="ＭＳ Ｐゴシック" charset="0"/>
              </a:rPr>
              <a:t>to freed object</a:t>
            </a:r>
          </a:p>
        </p:txBody>
      </p:sp>
      <p:sp>
        <p:nvSpPr>
          <p:cNvPr id="36868" name="Line 54"/>
          <p:cNvSpPr>
            <a:spLocks noChangeShapeType="1"/>
          </p:cNvSpPr>
          <p:nvPr/>
        </p:nvSpPr>
        <p:spPr bwMode="auto">
          <a:xfrm>
            <a:off x="5140324" y="2514600"/>
            <a:ext cx="2438400" cy="205740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69" name="Slide Number Placeholder 3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1DB7560-DA0D-4756-AC2D-20A0FE7CE394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6870" name="Footer Placeholder 36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AutoShape 58"/>
          <p:cNvSpPr>
            <a:spLocks noChangeAspect="1" noChangeArrowheads="1"/>
          </p:cNvSpPr>
          <p:nvPr/>
        </p:nvSpPr>
        <p:spPr bwMode="auto">
          <a:xfrm>
            <a:off x="6781800" y="152401"/>
            <a:ext cx="3716338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890" name="Text Box 88"/>
          <p:cNvSpPr txBox="1">
            <a:spLocks noChangeArrowheads="1"/>
          </p:cNvSpPr>
          <p:nvPr/>
        </p:nvSpPr>
        <p:spPr bwMode="auto">
          <a:xfrm>
            <a:off x="6740524" y="4643436"/>
            <a:ext cx="533400" cy="1066800"/>
          </a:xfrm>
          <a:prstGeom prst="rect">
            <a:avLst/>
          </a:prstGeom>
          <a:solidFill>
            <a:srgbClr val="99CCFF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Host</a:t>
            </a:r>
          </a:p>
        </p:txBody>
      </p:sp>
      <p:sp>
        <p:nvSpPr>
          <p:cNvPr id="37891" name="Title 39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95349"/>
          </a:xfrm>
        </p:spPr>
        <p:txBody>
          <a:bodyPr/>
          <a:lstStyle/>
          <a:p>
            <a:pPr eaLnBrk="1" hangingPunct="1"/>
            <a:r>
              <a:rPr lang="en-US" altLang="en-US" dirty="0"/>
              <a:t>Host-Device Data Transfer API functions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98551" y="1600200"/>
            <a:ext cx="4800600" cy="4572000"/>
          </a:xfrm>
        </p:spPr>
        <p:txBody>
          <a:bodyPr/>
          <a:lstStyle/>
          <a:p>
            <a:pPr eaLnBrk="1" hangingPunct="1"/>
            <a:r>
              <a:rPr lang="en-US" altLang="en-US" sz="2400" dirty="0" err="1">
                <a:cs typeface="Times New Roman" panose="02020603050405020304" pitchFamily="18" charset="0"/>
              </a:rPr>
              <a:t>cudaMemcpy</a:t>
            </a:r>
            <a:r>
              <a:rPr lang="en-US" altLang="en-US" sz="2400" dirty="0">
                <a:cs typeface="Times New Roman" panose="02020603050405020304" pitchFamily="18" charset="0"/>
              </a:rPr>
              <a:t>()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memory data transfer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Requires four parameters</a:t>
            </a:r>
          </a:p>
          <a:p>
            <a:pPr lvl="2" eaLnBrk="1" hangingPunct="1"/>
            <a:r>
              <a:rPr lang="en-US" altLang="en-US" dirty="0">
                <a:cs typeface="Times New Roman" panose="02020603050405020304" pitchFamily="18" charset="0"/>
              </a:rPr>
              <a:t>Pointer to destination </a:t>
            </a:r>
          </a:p>
          <a:p>
            <a:pPr lvl="2" eaLnBrk="1" hangingPunct="1"/>
            <a:r>
              <a:rPr lang="en-US" altLang="en-US" dirty="0">
                <a:cs typeface="Times New Roman" panose="02020603050405020304" pitchFamily="18" charset="0"/>
              </a:rPr>
              <a:t>Pointer to source</a:t>
            </a:r>
          </a:p>
          <a:p>
            <a:pPr lvl="2" eaLnBrk="1" hangingPunct="1"/>
            <a:r>
              <a:rPr lang="en-US" altLang="en-US" dirty="0">
                <a:cs typeface="Times New Roman" panose="02020603050405020304" pitchFamily="18" charset="0"/>
              </a:rPr>
              <a:t>Number of bytes copied</a:t>
            </a:r>
          </a:p>
          <a:p>
            <a:pPr lvl="2" eaLnBrk="1" hangingPunct="1"/>
            <a:r>
              <a:rPr lang="en-US" altLang="en-US" dirty="0">
                <a:cs typeface="Times New Roman" panose="02020603050405020304" pitchFamily="18" charset="0"/>
              </a:rPr>
              <a:t>Type/Direction of transfer</a:t>
            </a:r>
          </a:p>
          <a:p>
            <a:pPr lvl="2" eaLnBrk="1" hangingPunct="1"/>
            <a:endParaRPr lang="en-US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37893" name="Text Box 57"/>
          <p:cNvSpPr txBox="1">
            <a:spLocks noChangeArrowheads="1"/>
          </p:cNvSpPr>
          <p:nvPr/>
        </p:nvSpPr>
        <p:spPr bwMode="auto">
          <a:xfrm>
            <a:off x="7426325" y="1600200"/>
            <a:ext cx="3775075" cy="4110037"/>
          </a:xfrm>
          <a:prstGeom prst="rect">
            <a:avLst/>
          </a:prstGeom>
          <a:solidFill>
            <a:srgbClr val="99CCFF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(Device) Grid</a:t>
            </a:r>
          </a:p>
        </p:txBody>
      </p:sp>
      <p:sp>
        <p:nvSpPr>
          <p:cNvPr id="37894" name="Text Box 60"/>
          <p:cNvSpPr txBox="1">
            <a:spLocks noChangeArrowheads="1"/>
          </p:cNvSpPr>
          <p:nvPr/>
        </p:nvSpPr>
        <p:spPr bwMode="auto">
          <a:xfrm>
            <a:off x="7578724" y="4567236"/>
            <a:ext cx="3505200" cy="425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000" b="1">
                <a:solidFill>
                  <a:srgbClr val="003300"/>
                </a:solidFill>
              </a:rPr>
              <a:t>Global</a:t>
            </a:r>
          </a:p>
          <a:p>
            <a:pPr eaLnBrk="1" hangingPunct="1"/>
            <a:r>
              <a:rPr lang="en-US" altLang="en-US" sz="1000" b="1">
                <a:solidFill>
                  <a:srgbClr val="003300"/>
                </a:solidFill>
              </a:rPr>
              <a:t>Memory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895" name="Text Box 61"/>
          <p:cNvSpPr txBox="1">
            <a:spLocks noChangeArrowheads="1"/>
          </p:cNvSpPr>
          <p:nvPr/>
        </p:nvSpPr>
        <p:spPr bwMode="auto">
          <a:xfrm>
            <a:off x="7502525" y="2093912"/>
            <a:ext cx="1812925" cy="2244725"/>
          </a:xfrm>
          <a:prstGeom prst="rect">
            <a:avLst/>
          </a:prstGeom>
          <a:solidFill>
            <a:srgbClr val="FFCC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Block (0, 0)</a:t>
            </a:r>
          </a:p>
        </p:txBody>
      </p:sp>
      <p:sp>
        <p:nvSpPr>
          <p:cNvPr id="37896" name="Text Box 63"/>
          <p:cNvSpPr txBox="1">
            <a:spLocks noChangeArrowheads="1"/>
          </p:cNvSpPr>
          <p:nvPr/>
        </p:nvSpPr>
        <p:spPr bwMode="auto">
          <a:xfrm>
            <a:off x="7583488" y="3632199"/>
            <a:ext cx="820737" cy="4873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(0,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897" name="Text Box 64"/>
          <p:cNvSpPr txBox="1">
            <a:spLocks noChangeArrowheads="1"/>
          </p:cNvSpPr>
          <p:nvPr/>
        </p:nvSpPr>
        <p:spPr bwMode="auto">
          <a:xfrm>
            <a:off x="7583487" y="3106736"/>
            <a:ext cx="622300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898" name="Line 66"/>
          <p:cNvSpPr>
            <a:spLocks noChangeShapeType="1"/>
          </p:cNvSpPr>
          <p:nvPr/>
        </p:nvSpPr>
        <p:spPr bwMode="auto">
          <a:xfrm flipV="1">
            <a:off x="7894637" y="3400424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Line 67"/>
          <p:cNvSpPr>
            <a:spLocks noChangeShapeType="1"/>
          </p:cNvSpPr>
          <p:nvPr/>
        </p:nvSpPr>
        <p:spPr bwMode="auto">
          <a:xfrm>
            <a:off x="7883524" y="4110036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0" name="Text Box 69"/>
          <p:cNvSpPr txBox="1">
            <a:spLocks noChangeArrowheads="1"/>
          </p:cNvSpPr>
          <p:nvPr/>
        </p:nvSpPr>
        <p:spPr bwMode="auto">
          <a:xfrm>
            <a:off x="8455024" y="3632199"/>
            <a:ext cx="820738" cy="4873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(1,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901" name="Text Box 70"/>
          <p:cNvSpPr txBox="1">
            <a:spLocks noChangeArrowheads="1"/>
          </p:cNvSpPr>
          <p:nvPr/>
        </p:nvSpPr>
        <p:spPr bwMode="auto">
          <a:xfrm>
            <a:off x="8455025" y="3106736"/>
            <a:ext cx="620713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902" name="Line 71"/>
          <p:cNvSpPr>
            <a:spLocks noChangeShapeType="1"/>
          </p:cNvSpPr>
          <p:nvPr/>
        </p:nvSpPr>
        <p:spPr bwMode="auto">
          <a:xfrm flipV="1">
            <a:off x="9172575" y="2954336"/>
            <a:ext cx="3175" cy="668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3" name="Line 72"/>
          <p:cNvSpPr>
            <a:spLocks noChangeShapeType="1"/>
          </p:cNvSpPr>
          <p:nvPr/>
        </p:nvSpPr>
        <p:spPr bwMode="auto">
          <a:xfrm flipV="1">
            <a:off x="8766174" y="3400424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4" name="Line 73"/>
          <p:cNvSpPr>
            <a:spLocks noChangeShapeType="1"/>
          </p:cNvSpPr>
          <p:nvPr/>
        </p:nvSpPr>
        <p:spPr bwMode="auto">
          <a:xfrm>
            <a:off x="8797924" y="4110036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5" name="Text Box 74"/>
          <p:cNvSpPr txBox="1">
            <a:spLocks noChangeArrowheads="1"/>
          </p:cNvSpPr>
          <p:nvPr/>
        </p:nvSpPr>
        <p:spPr bwMode="auto">
          <a:xfrm>
            <a:off x="9407525" y="2093912"/>
            <a:ext cx="1744663" cy="2244725"/>
          </a:xfrm>
          <a:prstGeom prst="rect">
            <a:avLst/>
          </a:prstGeom>
          <a:solidFill>
            <a:srgbClr val="FFCC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003300"/>
                </a:solidFill>
              </a:rPr>
              <a:t>Block (1, 0)</a:t>
            </a:r>
            <a:endParaRPr lang="en-US" altLang="en-US">
              <a:solidFill>
                <a:srgbClr val="003300"/>
              </a:solidFill>
            </a:endParaRPr>
          </a:p>
        </p:txBody>
      </p:sp>
      <p:sp>
        <p:nvSpPr>
          <p:cNvPr id="37906" name="Text Box 76"/>
          <p:cNvSpPr txBox="1">
            <a:spLocks noChangeArrowheads="1"/>
          </p:cNvSpPr>
          <p:nvPr/>
        </p:nvSpPr>
        <p:spPr bwMode="auto">
          <a:xfrm>
            <a:off x="9420224" y="3632199"/>
            <a:ext cx="820738" cy="4873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(0,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907" name="Text Box 77"/>
          <p:cNvSpPr txBox="1">
            <a:spLocks noChangeArrowheads="1"/>
          </p:cNvSpPr>
          <p:nvPr/>
        </p:nvSpPr>
        <p:spPr bwMode="auto">
          <a:xfrm>
            <a:off x="9420225" y="3106736"/>
            <a:ext cx="620713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908" name="Line 79"/>
          <p:cNvSpPr>
            <a:spLocks noChangeShapeType="1"/>
          </p:cNvSpPr>
          <p:nvPr/>
        </p:nvSpPr>
        <p:spPr bwMode="auto">
          <a:xfrm flipV="1">
            <a:off x="9731374" y="3400424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9" name="Line 80"/>
          <p:cNvSpPr>
            <a:spLocks noChangeShapeType="1"/>
          </p:cNvSpPr>
          <p:nvPr/>
        </p:nvSpPr>
        <p:spPr bwMode="auto">
          <a:xfrm>
            <a:off x="9712324" y="4110036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0" name="Text Box 82"/>
          <p:cNvSpPr txBox="1">
            <a:spLocks noChangeArrowheads="1"/>
          </p:cNvSpPr>
          <p:nvPr/>
        </p:nvSpPr>
        <p:spPr bwMode="auto">
          <a:xfrm>
            <a:off x="10291763" y="3632199"/>
            <a:ext cx="820737" cy="487362"/>
          </a:xfrm>
          <a:prstGeom prst="rect">
            <a:avLst/>
          </a:prstGeom>
          <a:solidFill>
            <a:srgbClr val="99FF66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146304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Thread (1, 0)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911" name="Text Box 83"/>
          <p:cNvSpPr txBox="1">
            <a:spLocks noChangeArrowheads="1"/>
          </p:cNvSpPr>
          <p:nvPr/>
        </p:nvSpPr>
        <p:spPr bwMode="auto">
          <a:xfrm>
            <a:off x="10291762" y="3106736"/>
            <a:ext cx="620712" cy="298450"/>
          </a:xfrm>
          <a:prstGeom prst="rect">
            <a:avLst/>
          </a:prstGeom>
          <a:solidFill>
            <a:srgbClr val="FF6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003300"/>
                </a:solidFill>
              </a:rPr>
              <a:t>Registers</a:t>
            </a:r>
            <a:endParaRPr lang="en-US" altLang="en-US" sz="1000">
              <a:solidFill>
                <a:srgbClr val="003300"/>
              </a:solidFill>
            </a:endParaRPr>
          </a:p>
        </p:txBody>
      </p:sp>
      <p:sp>
        <p:nvSpPr>
          <p:cNvPr id="37912" name="Line 85"/>
          <p:cNvSpPr>
            <a:spLocks noChangeShapeType="1"/>
          </p:cNvSpPr>
          <p:nvPr/>
        </p:nvSpPr>
        <p:spPr bwMode="auto">
          <a:xfrm flipV="1">
            <a:off x="10601324" y="3400424"/>
            <a:ext cx="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3" name="Line 86"/>
          <p:cNvSpPr>
            <a:spLocks noChangeShapeType="1"/>
          </p:cNvSpPr>
          <p:nvPr/>
        </p:nvSpPr>
        <p:spPr bwMode="auto">
          <a:xfrm>
            <a:off x="10550524" y="4110036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4" name="Line 89"/>
          <p:cNvSpPr>
            <a:spLocks noChangeShapeType="1"/>
          </p:cNvSpPr>
          <p:nvPr/>
        </p:nvSpPr>
        <p:spPr bwMode="auto">
          <a:xfrm flipV="1">
            <a:off x="7273925" y="4795836"/>
            <a:ext cx="315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5" name="AutoShape 54"/>
          <p:cNvSpPr>
            <a:spLocks noChangeArrowheads="1"/>
          </p:cNvSpPr>
          <p:nvPr/>
        </p:nvSpPr>
        <p:spPr bwMode="auto">
          <a:xfrm>
            <a:off x="6934199" y="4186236"/>
            <a:ext cx="1219200" cy="1219200"/>
          </a:xfrm>
          <a:prstGeom prst="flowChartConnector">
            <a:avLst/>
          </a:prstGeom>
          <a:noFill/>
          <a:ln w="317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916" name="Slide Number Placeholder 39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8CE4D25-B7F2-445E-910C-084AC18E028C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7917" name="Footer Placeholder 40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9DF1A05-36B3-4916-9570-E6C0DD3A96C9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99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2057400" y="1"/>
            <a:ext cx="8382000" cy="61863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vecAdd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(float* A, float* B, float* C,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n *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(float); 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	float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1. // Transfer A and B to device memory </a:t>
            </a:r>
            <a:b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// (error-checking omitted)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((void **) &amp;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size);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A, size,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cudaMemcpyHostToDevice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((void **) &amp;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size);</a:t>
            </a:r>
          </a:p>
          <a:p>
            <a:pPr eaLnBrk="1" hangingPunct="1"/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B, size,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cudaMemcpyHostToDevice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// Allocate device memory for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((void **) &amp;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size);</a:t>
            </a:r>
          </a:p>
          <a:p>
            <a:pPr eaLnBrk="1" hangingPunct="1"/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2. // Kernel invocation code – to be shown later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…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3. // Transfer C from device to host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size,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cudaMemcpyDeviceToHost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// Free device memory for A, B, C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cudaFree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cudaFree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cudaFree(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10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C57F9B7-C620-4DB4-A604-2EF9CE832124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0962" name="Footer Placeholder 9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dirty="0"/>
              <a:t>© David Kirk/NVIDIA and </a:t>
            </a:r>
            <a:r>
              <a:rPr lang="en-US" altLang="en-US" sz="1200" dirty="0" err="1"/>
              <a:t>Wen-mei</a:t>
            </a:r>
            <a:r>
              <a:rPr lang="en-US" altLang="en-US" sz="1200" dirty="0"/>
              <a:t> W. Hwu, 2007-2018 ECE408/CS483, University of Illinois, Urbana-Champaign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1" y="1219199"/>
            <a:ext cx="8532813" cy="4957466"/>
          </a:xfrm>
          <a:solidFill>
            <a:schemeClr val="bg1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Courier New" panose="02070309020205020404" pitchFamily="49" charset="0"/>
              </a:rPr>
              <a:t>// Compute vector sum C = A+B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bg2"/>
                </a:solidFill>
                <a:latin typeface="Courier New" panose="02070309020205020404" pitchFamily="49" charset="0"/>
              </a:rPr>
              <a:t>// Each thread performs one pair-wise addition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__global__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vecAddKernel</a:t>
            </a:r>
            <a:r>
              <a:rPr lang="en-US" altLang="en-US" sz="1800" b="1" dirty="0">
                <a:latin typeface="Courier New" panose="02070309020205020404" pitchFamily="49" charset="0"/>
              </a:rPr>
              <a:t>(float*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, float*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, float*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n)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i =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blockIdx.x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</a:rPr>
              <a:t>*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blockDim.x</a:t>
            </a:r>
            <a:r>
              <a:rPr lang="en-US" altLang="en-US" sz="1800" b="1" dirty="0">
                <a:latin typeface="Courier New" panose="02070309020205020404" pitchFamily="49" charset="0"/>
              </a:rPr>
              <a:t> +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threadIdx.x</a:t>
            </a:r>
            <a:r>
              <a:rPr lang="en-US" altLang="en-US" sz="1800" b="1" dirty="0">
                <a:latin typeface="Courier New" panose="02070309020205020404" pitchFamily="49" charset="0"/>
              </a:rPr>
              <a:t> 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if(i&lt;n)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[i]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[i] +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[i];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800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vectAdd</a:t>
            </a:r>
            <a:r>
              <a:rPr lang="en-US" altLang="en-US" sz="2000" b="1" dirty="0">
                <a:latin typeface="Courier New" panose="02070309020205020404" pitchFamily="49" charset="0"/>
              </a:rPr>
              <a:t>(float* A, float* B, float* C,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n)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bg2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A_d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B_d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C_d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allocations and copies omitted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  	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 Run ceil(n/256) blocks of 256 threads each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vecAddKernel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&lt;&lt;&lt;ceil(n/256.0), 256&gt;&gt;&gt;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, n);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10972800" cy="838201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Vector Addition Kernel</a:t>
            </a:r>
          </a:p>
        </p:txBody>
      </p:sp>
      <p:sp>
        <p:nvSpPr>
          <p:cNvPr id="321541" name="Rectangle 5"/>
          <p:cNvSpPr>
            <a:spLocks noChangeArrowheads="1"/>
          </p:cNvSpPr>
          <p:nvPr/>
        </p:nvSpPr>
        <p:spPr bwMode="auto">
          <a:xfrm>
            <a:off x="1905000" y="1981199"/>
            <a:ext cx="1828800" cy="5270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1542" name="Rectangle 6"/>
          <p:cNvSpPr>
            <a:spLocks noChangeArrowheads="1"/>
          </p:cNvSpPr>
          <p:nvPr/>
        </p:nvSpPr>
        <p:spPr bwMode="auto">
          <a:xfrm>
            <a:off x="2743200" y="2285999"/>
            <a:ext cx="7467600" cy="5270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1543" name="Rectangle 7"/>
          <p:cNvSpPr>
            <a:spLocks noChangeArrowheads="1"/>
          </p:cNvSpPr>
          <p:nvPr/>
        </p:nvSpPr>
        <p:spPr bwMode="auto">
          <a:xfrm>
            <a:off x="3733801" y="2971799"/>
            <a:ext cx="6035675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1544" name="Rectangle 8"/>
          <p:cNvSpPr>
            <a:spLocks noChangeArrowheads="1"/>
          </p:cNvSpPr>
          <p:nvPr/>
        </p:nvSpPr>
        <p:spPr bwMode="auto">
          <a:xfrm>
            <a:off x="2590800" y="3362325"/>
            <a:ext cx="4419600" cy="4476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8294892" y="838200"/>
            <a:ext cx="1915909" cy="461665"/>
          </a:xfrm>
          <a:prstGeom prst="rect">
            <a:avLst/>
          </a:prstGeom>
          <a:solidFill>
            <a:srgbClr val="33CCCC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/>
              <a:t>Device Code</a:t>
            </a:r>
          </a:p>
        </p:txBody>
      </p:sp>
      <p:sp>
        <p:nvSpPr>
          <p:cNvPr id="40970" name="Rectangle 2"/>
          <p:cNvSpPr>
            <a:spLocks noChangeArrowheads="1"/>
          </p:cNvSpPr>
          <p:nvPr/>
        </p:nvSpPr>
        <p:spPr bwMode="auto">
          <a:xfrm>
            <a:off x="1827213" y="1295399"/>
            <a:ext cx="8686800" cy="2971800"/>
          </a:xfrm>
          <a:prstGeom prst="rect">
            <a:avLst/>
          </a:prstGeom>
          <a:solidFill>
            <a:srgbClr val="33CCCC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nimBg="1"/>
      <p:bldP spid="321541" grpId="1" animBg="1"/>
      <p:bldP spid="321542" grpId="0" animBg="1"/>
      <p:bldP spid="321542" grpId="1" animBg="1"/>
      <p:bldP spid="321543" grpId="0" animBg="1"/>
      <p:bldP spid="321543" grpId="1" animBg="1"/>
      <p:bldP spid="321544" grpId="0" animBg="1"/>
      <p:bldP spid="32154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5664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Vector Addition Kernel</a:t>
            </a: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1219200"/>
            <a:ext cx="8610600" cy="4833145"/>
          </a:xfrm>
          <a:solidFill>
            <a:schemeClr val="bg1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Courier New" panose="02070309020205020404" pitchFamily="49" charset="0"/>
              </a:rPr>
              <a:t>// Compute vector sum C = A+B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Courier New" panose="02070309020205020404" pitchFamily="49" charset="0"/>
              </a:rPr>
              <a:t>// Each thread performs one pair-wise addition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__global__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void </a:t>
            </a:r>
            <a:r>
              <a:rPr lang="en-US" altLang="en-US" sz="1800" dirty="0" err="1">
                <a:latin typeface="Courier New" panose="02070309020205020404" pitchFamily="49" charset="0"/>
              </a:rPr>
              <a:t>vecAddKernel</a:t>
            </a:r>
            <a:r>
              <a:rPr lang="en-US" altLang="en-US" sz="1800" dirty="0">
                <a:latin typeface="Courier New" panose="02070309020205020404" pitchFamily="49" charset="0"/>
              </a:rPr>
              <a:t>(float* </a:t>
            </a:r>
            <a:r>
              <a:rPr lang="en-US" altLang="en-US" sz="1800" dirty="0" err="1">
                <a:latin typeface="Courier New" panose="02070309020205020404" pitchFamily="49" charset="0"/>
              </a:rPr>
              <a:t>A_d</a:t>
            </a:r>
            <a:r>
              <a:rPr lang="en-US" altLang="en-US" sz="1800" dirty="0">
                <a:latin typeface="Courier New" panose="02070309020205020404" pitchFamily="49" charset="0"/>
              </a:rPr>
              <a:t>, float* </a:t>
            </a:r>
            <a:r>
              <a:rPr lang="en-US" altLang="en-US" sz="1800" dirty="0" err="1">
                <a:latin typeface="Courier New" panose="02070309020205020404" pitchFamily="49" charset="0"/>
              </a:rPr>
              <a:t>B_d</a:t>
            </a:r>
            <a:r>
              <a:rPr lang="en-US" altLang="en-US" sz="1800" dirty="0">
                <a:latin typeface="Courier New" panose="02070309020205020404" pitchFamily="49" charset="0"/>
              </a:rPr>
              <a:t>, float* </a:t>
            </a:r>
            <a:r>
              <a:rPr lang="en-US" altLang="en-US" sz="1800" dirty="0" err="1">
                <a:latin typeface="Courier New" panose="02070309020205020404" pitchFamily="49" charset="0"/>
              </a:rPr>
              <a:t>C_d</a:t>
            </a:r>
            <a:r>
              <a:rPr lang="en-US" altLang="en-US" sz="1800" dirty="0">
                <a:latin typeface="Courier New" panose="02070309020205020404" pitchFamily="49" charset="0"/>
              </a:rPr>
              <a:t>, int n)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i = </a:t>
            </a:r>
            <a:r>
              <a:rPr lang="en-US" altLang="en-US" sz="18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blockIdx.x</a:t>
            </a:r>
            <a:r>
              <a:rPr lang="en-US" altLang="en-US" sz="18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>
                <a:latin typeface="Courier New" panose="02070309020205020404" pitchFamily="49" charset="0"/>
              </a:rPr>
              <a:t>*</a:t>
            </a:r>
            <a:r>
              <a:rPr lang="en-US" altLang="en-US" sz="18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blockDim.x</a:t>
            </a:r>
            <a:r>
              <a:rPr lang="en-US" altLang="en-US" sz="1800" dirty="0">
                <a:latin typeface="Courier New" panose="02070309020205020404" pitchFamily="49" charset="0"/>
              </a:rPr>
              <a:t> + </a:t>
            </a:r>
            <a:r>
              <a:rPr lang="en-US" altLang="en-US" sz="18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threadIdx.x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if(i&lt;n) </a:t>
            </a:r>
            <a:r>
              <a:rPr lang="en-US" altLang="en-US" sz="1800" dirty="0" err="1">
                <a:latin typeface="Courier New" panose="02070309020205020404" pitchFamily="49" charset="0"/>
              </a:rPr>
              <a:t>C_d</a:t>
            </a:r>
            <a:r>
              <a:rPr lang="en-US" altLang="en-US" sz="1800" dirty="0">
                <a:latin typeface="Courier New" panose="02070309020205020404" pitchFamily="49" charset="0"/>
              </a:rPr>
              <a:t>[i] = </a:t>
            </a:r>
            <a:r>
              <a:rPr lang="en-US" altLang="en-US" sz="1800" dirty="0" err="1">
                <a:latin typeface="Courier New" panose="02070309020205020404" pitchFamily="49" charset="0"/>
              </a:rPr>
              <a:t>A_d</a:t>
            </a:r>
            <a:r>
              <a:rPr lang="en-US" altLang="en-US" sz="1800" dirty="0">
                <a:latin typeface="Courier New" panose="02070309020205020404" pitchFamily="49" charset="0"/>
              </a:rPr>
              <a:t>[i] + </a:t>
            </a:r>
            <a:r>
              <a:rPr lang="en-US" altLang="en-US" sz="1800" dirty="0" err="1">
                <a:latin typeface="Courier New" panose="02070309020205020404" pitchFamily="49" charset="0"/>
              </a:rPr>
              <a:t>B_d</a:t>
            </a:r>
            <a:r>
              <a:rPr lang="en-US" altLang="en-US" sz="1800" dirty="0">
                <a:latin typeface="Courier New" panose="02070309020205020404" pitchFamily="49" charset="0"/>
              </a:rPr>
              <a:t>[i];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endParaRPr lang="en-US" altLang="en-US" sz="8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vecAdd</a:t>
            </a:r>
            <a:r>
              <a:rPr lang="en-US" altLang="en-US" sz="1800" b="1" dirty="0">
                <a:latin typeface="Courier New" panose="02070309020205020404" pitchFamily="49" charset="0"/>
              </a:rPr>
              <a:t>(float* A, float* B, float* C,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n)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A_d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B_d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C_d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allocations and copies omitted 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// Run ceil(n/256) blocks of 256 threads each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vecAddKernel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&lt;&lt;&lt;ceil(n/256.0),256&gt;&gt;&gt;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, n);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88" name="Text Box 5"/>
          <p:cNvSpPr txBox="1">
            <a:spLocks noChangeArrowheads="1"/>
          </p:cNvSpPr>
          <p:nvPr/>
        </p:nvSpPr>
        <p:spPr bwMode="auto">
          <a:xfrm>
            <a:off x="8692860" y="3685383"/>
            <a:ext cx="1638590" cy="461665"/>
          </a:xfrm>
          <a:prstGeom prst="rect">
            <a:avLst/>
          </a:prstGeom>
          <a:solidFill>
            <a:srgbClr val="33CCCC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dirty="0"/>
              <a:t>Host Code</a:t>
            </a:r>
          </a:p>
        </p:txBody>
      </p:sp>
      <p:sp>
        <p:nvSpPr>
          <p:cNvPr id="4198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B6B51C8-7CFB-4974-A406-F9842CACB111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1990" name="Rectangle 2"/>
          <p:cNvSpPr>
            <a:spLocks noChangeArrowheads="1"/>
          </p:cNvSpPr>
          <p:nvPr/>
        </p:nvSpPr>
        <p:spPr bwMode="auto">
          <a:xfrm>
            <a:off x="1828800" y="4147345"/>
            <a:ext cx="8686800" cy="1905000"/>
          </a:xfrm>
          <a:prstGeom prst="rect">
            <a:avLst/>
          </a:prstGeom>
          <a:solidFill>
            <a:srgbClr val="33CCCC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5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5664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More on Kernel Launch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1295399"/>
            <a:ext cx="8382000" cy="4800601"/>
          </a:xfrm>
          <a:solidFill>
            <a:schemeClr val="bg1"/>
          </a:solidFill>
        </p:spPr>
        <p:txBody>
          <a:bodyPr/>
          <a:lstStyle/>
          <a:p>
            <a:pPr eaLnBrk="1" hangingPunct="1">
              <a:buFontTx/>
              <a:buNone/>
            </a:pPr>
            <a:br>
              <a:rPr lang="en-US" altLang="en-US" sz="2000" dirty="0">
                <a:latin typeface="Courier New" panose="02070309020205020404" pitchFamily="49" charset="0"/>
              </a:rPr>
            </a:br>
            <a:endParaRPr lang="en-US" altLang="en-US" sz="8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int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vecAdd</a:t>
            </a:r>
            <a:r>
              <a:rPr lang="en-US" altLang="en-US" sz="1800" b="1" dirty="0">
                <a:latin typeface="Courier New" panose="02070309020205020404" pitchFamily="49" charset="0"/>
              </a:rPr>
              <a:t>(float* A, float* B, float* C, int n)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A_d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B_d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C_d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allocations and copies omitted 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// Run ceil(n/256) blocks of 256 threads each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dim3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DimGrid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(n/256, 1, 1);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if (0 != (n % 256)) {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DimGrid.x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++; }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dim3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DimBlock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(256, 1, 1);</a:t>
            </a:r>
          </a:p>
          <a:p>
            <a:pPr eaLnBrk="1" hangingPunct="1">
              <a:buFontTx/>
              <a:buNone/>
            </a:pPr>
            <a:endParaRPr lang="en-US" altLang="en-US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vecAddKernel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&lt;&lt;&lt;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DimGrid,DimBlock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&gt;&gt;&gt;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, n);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2000" dirty="0"/>
              <a:t>Any call to a kernel function is asynchronous from CUDA 1.0 on, explicit synch needed for blocking</a:t>
            </a:r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6934201" y="1219200"/>
            <a:ext cx="3413125" cy="461665"/>
          </a:xfrm>
          <a:prstGeom prst="rect">
            <a:avLst/>
          </a:prstGeom>
          <a:solidFill>
            <a:srgbClr val="33CCCC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dirty="0"/>
              <a:t>Equivalent Host Code</a:t>
            </a:r>
          </a:p>
        </p:txBody>
      </p:sp>
      <p:sp>
        <p:nvSpPr>
          <p:cNvPr id="43013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20AB098-48A0-48A8-BA16-051877CEF9C1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11074400" cy="936486"/>
          </a:xfrm>
        </p:spPr>
        <p:txBody>
          <a:bodyPr/>
          <a:lstStyle/>
          <a:p>
            <a:pPr eaLnBrk="1" hangingPunct="1"/>
            <a:r>
              <a:rPr lang="en-US" altLang="en-US" dirty="0"/>
              <a:t>Vector Addition Kernel</a:t>
            </a: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610600" cy="5715000"/>
          </a:xfrm>
          <a:noFill/>
          <a:ln>
            <a:solidFill>
              <a:schemeClr val="tx2"/>
            </a:solidFill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Courier New" panose="02070309020205020404" pitchFamily="49" charset="0"/>
              </a:rPr>
              <a:t>// Compute vector sum C = A+B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Courier New" panose="02070309020205020404" pitchFamily="49" charset="0"/>
              </a:rPr>
              <a:t>// Each thread performs one pair-wise addition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__global__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vecAddKernel</a:t>
            </a:r>
            <a:r>
              <a:rPr lang="en-US" altLang="en-US" sz="1800" b="1" dirty="0">
                <a:latin typeface="Courier New" panose="02070309020205020404" pitchFamily="49" charset="0"/>
              </a:rPr>
              <a:t>(float*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, float*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, float*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, int n)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i =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blockIdx.x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</a:rPr>
              <a:t>*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blockDim.x</a:t>
            </a:r>
            <a:r>
              <a:rPr lang="en-US" altLang="en-US" sz="1800" b="1" dirty="0">
                <a:latin typeface="Courier New" panose="02070309020205020404" pitchFamily="49" charset="0"/>
              </a:rPr>
              <a:t> +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threadIdx.x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if(i&lt;n)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[i]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[i] +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[i];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endParaRPr lang="en-US" altLang="en-US" sz="8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int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vecAdd</a:t>
            </a:r>
            <a:r>
              <a:rPr lang="en-US" altLang="en-US" sz="1800" b="1" dirty="0">
                <a:latin typeface="Courier New" panose="02070309020205020404" pitchFamily="49" charset="0"/>
              </a:rPr>
              <a:t>(float* A, float* B, float* C, int n)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A_d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B_d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C_d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allocations and copies omitted 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// Run ceil(n/256) blocks of 256 threads each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dim3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DimGrid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(ceil(n/256), 1, 1);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dim3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DimBlock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(256, 1, 1);</a:t>
            </a:r>
          </a:p>
          <a:p>
            <a:pPr eaLnBrk="1" hangingPunct="1">
              <a:buFontTx/>
              <a:buNone/>
            </a:pPr>
            <a:endParaRPr lang="en-US" altLang="en-US" sz="1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vecAddKernel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&lt;&lt;&lt;</a:t>
            </a:r>
            <a:r>
              <a:rPr lang="en-US" altLang="en-US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DimGrid,DimBlock</a:t>
            </a:r>
            <a:r>
              <a:rPr lang="en-US" altLang="en-US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&gt;&gt;&gt;</a:t>
            </a:r>
            <a:r>
              <a:rPr lang="en-US" altLang="en-US" sz="1800" b="1" dirty="0">
                <a:latin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A_d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B_d</a:t>
            </a:r>
            <a:r>
              <a:rPr lang="en-US" altLang="en-US" sz="1800" b="1" dirty="0">
                <a:latin typeface="Courier New" panose="02070309020205020404" pitchFamily="49" charset="0"/>
              </a:rPr>
              <a:t>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C_d</a:t>
            </a:r>
            <a:r>
              <a:rPr lang="en-US" altLang="en-US" sz="1800" b="1" dirty="0">
                <a:latin typeface="Courier New" panose="02070309020205020404" pitchFamily="49" charset="0"/>
              </a:rPr>
              <a:t>, n);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98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B6B51C8-7CFB-4974-A406-F9842CACB111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27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6E38CF-0FAD-45AC-BD56-0022CC5C3D8A}"/>
              </a:ext>
            </a:extLst>
          </p:cNvPr>
          <p:cNvGrpSpPr/>
          <p:nvPr/>
        </p:nvGrpSpPr>
        <p:grpSpPr>
          <a:xfrm>
            <a:off x="2286000" y="1143000"/>
            <a:ext cx="9829800" cy="5410200"/>
            <a:chOff x="2286000" y="1143000"/>
            <a:chExt cx="9829800" cy="54102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059C968-658D-4CC8-A147-57E721A46594}"/>
                </a:ext>
              </a:extLst>
            </p:cNvPr>
            <p:cNvSpPr/>
            <p:nvPr/>
          </p:nvSpPr>
          <p:spPr>
            <a:xfrm>
              <a:off x="3048000" y="6172200"/>
              <a:ext cx="1066800" cy="381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28BA197-4858-408E-AAF6-D5C2BD79C0C8}"/>
                </a:ext>
              </a:extLst>
            </p:cNvPr>
            <p:cNvSpPr/>
            <p:nvPr/>
          </p:nvSpPr>
          <p:spPr>
            <a:xfrm>
              <a:off x="4114800" y="6096000"/>
              <a:ext cx="12954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BAC33DF-1E83-471F-AB55-462F56AEE735}"/>
                </a:ext>
              </a:extLst>
            </p:cNvPr>
            <p:cNvSpPr/>
            <p:nvPr/>
          </p:nvSpPr>
          <p:spPr>
            <a:xfrm>
              <a:off x="2286000" y="2667000"/>
              <a:ext cx="1524000" cy="533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64FEB50-7375-449A-8D4D-6A10CF2841CD}"/>
                </a:ext>
              </a:extLst>
            </p:cNvPr>
            <p:cNvSpPr/>
            <p:nvPr/>
          </p:nvSpPr>
          <p:spPr>
            <a:xfrm>
              <a:off x="4114800" y="2667000"/>
              <a:ext cx="1524000" cy="533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0AD5BC4-0BCA-4DA6-BA40-E3C03A02A908}"/>
                </a:ext>
              </a:extLst>
            </p:cNvPr>
            <p:cNvSpPr/>
            <p:nvPr/>
          </p:nvSpPr>
          <p:spPr>
            <a:xfrm>
              <a:off x="5943600" y="2667000"/>
              <a:ext cx="1676400" cy="533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9ECD4C-E80C-497C-B88D-E506DE75A1A7}"/>
                </a:ext>
              </a:extLst>
            </p:cNvPr>
            <p:cNvSpPr txBox="1"/>
            <p:nvPr/>
          </p:nvSpPr>
          <p:spPr>
            <a:xfrm>
              <a:off x="9372600" y="1143000"/>
              <a:ext cx="2743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n-lt"/>
                  <a:cs typeface="Calibri" panose="020F0502020204030204" pitchFamily="34" charset="0"/>
                </a:rPr>
                <a:t>A </a:t>
              </a:r>
              <a:r>
                <a:rPr lang="en-US" sz="1600" dirty="0">
                  <a:latin typeface="+mn-lt"/>
                  <a:cs typeface="Calibri" panose="020F0502020204030204" pitchFamily="34" charset="0"/>
                </a:rPr>
                <a:t>Number of blocks per dimension</a:t>
              </a:r>
              <a:endParaRPr lang="en-US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82EE4A7-2CAA-4DBC-BBD8-D16D91A29FB0}"/>
                </a:ext>
              </a:extLst>
            </p:cNvPr>
            <p:cNvSpPr txBox="1"/>
            <p:nvPr/>
          </p:nvSpPr>
          <p:spPr>
            <a:xfrm>
              <a:off x="3352800" y="5791200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n-lt"/>
                  <a:cs typeface="Calibri" panose="020F0502020204030204" pitchFamily="34" charset="0"/>
                </a:rPr>
                <a:t>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1490C2-7783-4832-9E19-CFD7C2773220}"/>
                </a:ext>
              </a:extLst>
            </p:cNvPr>
            <p:cNvSpPr/>
            <p:nvPr/>
          </p:nvSpPr>
          <p:spPr>
            <a:xfrm>
              <a:off x="4572000" y="5715000"/>
              <a:ext cx="42351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j-lt"/>
                  <a:cs typeface="Calibri" panose="020F0502020204030204" pitchFamily="34" charset="0"/>
                </a:rPr>
                <a:t>B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8ED858-CCFD-4411-BE61-13080FBF6E3B}"/>
                </a:ext>
              </a:extLst>
            </p:cNvPr>
            <p:cNvSpPr/>
            <p:nvPr/>
          </p:nvSpPr>
          <p:spPr>
            <a:xfrm>
              <a:off x="2819400" y="2286000"/>
              <a:ext cx="381000" cy="4572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j-lt"/>
                  <a:cs typeface="Calibri" panose="020F0502020204030204" pitchFamily="34" charset="0"/>
                </a:rPr>
                <a:t>C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7B2404D-824C-4D09-9C87-5B936AA283C1}"/>
                </a:ext>
              </a:extLst>
            </p:cNvPr>
            <p:cNvSpPr/>
            <p:nvPr/>
          </p:nvSpPr>
          <p:spPr>
            <a:xfrm>
              <a:off x="4648200" y="2286000"/>
              <a:ext cx="42351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j-lt"/>
                  <a:cs typeface="Calibri" panose="020F0502020204030204" pitchFamily="34" charset="0"/>
                </a:rPr>
                <a:t>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E84ADA-3A44-4962-BDC4-BF7E97758C1A}"/>
                </a:ext>
              </a:extLst>
            </p:cNvPr>
            <p:cNvSpPr/>
            <p:nvPr/>
          </p:nvSpPr>
          <p:spPr>
            <a:xfrm>
              <a:off x="6553200" y="2286000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j-lt"/>
                  <a:cs typeface="Calibri" panose="020F0502020204030204" pitchFamily="34" charset="0"/>
                </a:rPr>
                <a:t>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28D39E-57FF-462B-BCB2-BED279A989C1}"/>
                </a:ext>
              </a:extLst>
            </p:cNvPr>
            <p:cNvSpPr txBox="1"/>
            <p:nvPr/>
          </p:nvSpPr>
          <p:spPr>
            <a:xfrm>
              <a:off x="9372600" y="1905000"/>
              <a:ext cx="2743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n-lt"/>
                  <a:cs typeface="Calibri" panose="020F0502020204030204" pitchFamily="34" charset="0"/>
                </a:rPr>
                <a:t>B </a:t>
              </a:r>
              <a:r>
                <a:rPr lang="en-US" sz="1600" dirty="0">
                  <a:latin typeface="+mn-lt"/>
                  <a:cs typeface="Calibri" panose="020F0502020204030204" pitchFamily="34" charset="0"/>
                </a:rPr>
                <a:t>Number of threads per dimension in a block</a:t>
              </a:r>
              <a:endParaRPr lang="en-US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5F3875-FE6D-4B9F-A0BA-F850CABD050C}"/>
                </a:ext>
              </a:extLst>
            </p:cNvPr>
            <p:cNvSpPr txBox="1"/>
            <p:nvPr/>
          </p:nvSpPr>
          <p:spPr>
            <a:xfrm>
              <a:off x="9372600" y="2590800"/>
              <a:ext cx="2743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n-lt"/>
                  <a:cs typeface="Calibri" panose="020F0502020204030204" pitchFamily="34" charset="0"/>
                </a:rPr>
                <a:t>C </a:t>
              </a:r>
              <a:r>
                <a:rPr lang="en-US" sz="1600" dirty="0">
                  <a:latin typeface="+mn-lt"/>
                  <a:cs typeface="Calibri" panose="020F0502020204030204" pitchFamily="34" charset="0"/>
                </a:rPr>
                <a:t>Unique block # in x dimension</a:t>
              </a:r>
              <a:endParaRPr lang="en-US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BC8441-1D06-4760-BAE3-004560A8781D}"/>
                </a:ext>
              </a:extLst>
            </p:cNvPr>
            <p:cNvSpPr txBox="1"/>
            <p:nvPr/>
          </p:nvSpPr>
          <p:spPr>
            <a:xfrm>
              <a:off x="9372600" y="3276600"/>
              <a:ext cx="2743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n-lt"/>
                  <a:cs typeface="Calibri" panose="020F0502020204030204" pitchFamily="34" charset="0"/>
                </a:rPr>
                <a:t>D </a:t>
              </a:r>
              <a:r>
                <a:rPr lang="en-US" sz="1600" dirty="0">
                  <a:latin typeface="+mn-lt"/>
                  <a:cs typeface="Calibri" panose="020F0502020204030204" pitchFamily="34" charset="0"/>
                </a:rPr>
                <a:t>Number of threads per block in x dimension</a:t>
              </a:r>
              <a:endParaRPr lang="en-US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2EA4EB-5498-4198-8CDE-18C0A8B8A1F3}"/>
                </a:ext>
              </a:extLst>
            </p:cNvPr>
            <p:cNvSpPr txBox="1"/>
            <p:nvPr/>
          </p:nvSpPr>
          <p:spPr>
            <a:xfrm>
              <a:off x="9372600" y="4038600"/>
              <a:ext cx="2743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+mn-lt"/>
                  <a:cs typeface="Calibri" panose="020F0502020204030204" pitchFamily="34" charset="0"/>
                </a:rPr>
                <a:t>E </a:t>
              </a:r>
              <a:r>
                <a:rPr lang="en-US" sz="1600" dirty="0">
                  <a:latin typeface="+mn-lt"/>
                  <a:cs typeface="Calibri" panose="020F0502020204030204" pitchFamily="34" charset="0"/>
                </a:rPr>
                <a:t>Unique thread # in x dimension in the block</a:t>
              </a:r>
              <a:endParaRPr lang="en-US" b="1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Box 3"/>
          <p:cNvSpPr txBox="1">
            <a:spLocks noChangeArrowheads="1"/>
          </p:cNvSpPr>
          <p:nvPr/>
        </p:nvSpPr>
        <p:spPr bwMode="auto">
          <a:xfrm>
            <a:off x="6829540" y="750887"/>
            <a:ext cx="4800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vecAddKernel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(float *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float *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float *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int n)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i =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+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if( i&lt;n )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[i] =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[i]+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[i];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4034" name="TextBox 2"/>
          <p:cNvSpPr txBox="1">
            <a:spLocks noChangeArrowheads="1"/>
          </p:cNvSpPr>
          <p:nvPr/>
        </p:nvSpPr>
        <p:spPr bwMode="auto">
          <a:xfrm>
            <a:off x="1524000" y="744539"/>
            <a:ext cx="4343400" cy="2308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__host__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vecAdd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dim3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DimGrid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(ceil(n/256.0),1,1);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dim3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DimBlock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(256,1,1);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vecAddKernel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DimGrid,DimBlock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&gt;&gt;&gt;(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A_d,B_d,C_d,n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4035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1020539" cy="742889"/>
          </a:xfrm>
        </p:spPr>
        <p:txBody>
          <a:bodyPr/>
          <a:lstStyle/>
          <a:p>
            <a:pPr eaLnBrk="1" hangingPunct="1"/>
            <a:r>
              <a:rPr lang="en-US" altLang="en-US" dirty="0"/>
              <a:t>Kernel execution in a nutshell</a:t>
            </a:r>
          </a:p>
        </p:txBody>
      </p:sp>
      <p:grpSp>
        <p:nvGrpSpPr>
          <p:cNvPr id="2" name="Group 79"/>
          <p:cNvGrpSpPr>
            <a:grpSpLocks/>
          </p:cNvGrpSpPr>
          <p:nvPr/>
        </p:nvGrpSpPr>
        <p:grpSpPr bwMode="auto">
          <a:xfrm>
            <a:off x="3695700" y="3200400"/>
            <a:ext cx="4800600" cy="1143000"/>
            <a:chOff x="4191000" y="1295400"/>
            <a:chExt cx="4800600" cy="1143000"/>
          </a:xfrm>
        </p:grpSpPr>
        <p:sp>
          <p:nvSpPr>
            <p:cNvPr id="61" name="Rounded Rectangle 60"/>
            <p:cNvSpPr/>
            <p:nvPr/>
          </p:nvSpPr>
          <p:spPr>
            <a:xfrm>
              <a:off x="4191000" y="1295400"/>
              <a:ext cx="4800600" cy="1143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4066" name="TextBox 61"/>
            <p:cNvSpPr txBox="1">
              <a:spLocks noChangeArrowheads="1"/>
            </p:cNvSpPr>
            <p:nvPr/>
          </p:nvSpPr>
          <p:spPr bwMode="auto">
            <a:xfrm>
              <a:off x="5105400" y="1295400"/>
              <a:ext cx="29718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2000"/>
                <a:t>Kernel</a:t>
              </a:r>
            </a:p>
          </p:txBody>
        </p:sp>
        <p:grpSp>
          <p:nvGrpSpPr>
            <p:cNvPr id="44067" name="Group 59"/>
            <p:cNvGrpSpPr>
              <a:grpSpLocks/>
            </p:cNvGrpSpPr>
            <p:nvPr/>
          </p:nvGrpSpPr>
          <p:grpSpPr bwMode="auto">
            <a:xfrm>
              <a:off x="4267201" y="1371600"/>
              <a:ext cx="838199" cy="990600"/>
              <a:chOff x="3581401" y="1447800"/>
              <a:chExt cx="838199" cy="990600"/>
            </a:xfrm>
          </p:grpSpPr>
          <p:sp>
            <p:nvSpPr>
              <p:cNvPr id="47" name="Rounded Rectangle 46"/>
              <p:cNvSpPr/>
              <p:nvPr/>
            </p:nvSpPr>
            <p:spPr bwMode="auto">
              <a:xfrm>
                <a:off x="3581401" y="1447800"/>
                <a:ext cx="838199" cy="99060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/>
              <a:lstStyle/>
              <a:p>
                <a:pPr algn="ctr">
                  <a:defRPr/>
                </a:pPr>
                <a:r>
                  <a:rPr lang="en-US" dirty="0" err="1">
                    <a:latin typeface="Arial Narrow" pitchFamily="34" charset="0"/>
                  </a:rPr>
                  <a:t>Blk</a:t>
                </a:r>
                <a:r>
                  <a:rPr lang="en-US" dirty="0">
                    <a:latin typeface="Arial Narrow" pitchFamily="34" charset="0"/>
                  </a:rPr>
                  <a:t> 0</a:t>
                </a:r>
              </a:p>
            </p:txBody>
          </p:sp>
          <p:grpSp>
            <p:nvGrpSpPr>
              <p:cNvPr id="44088" name="Group 183"/>
              <p:cNvGrpSpPr>
                <a:grpSpLocks/>
              </p:cNvGrpSpPr>
              <p:nvPr/>
            </p:nvGrpSpPr>
            <p:grpSpPr bwMode="auto">
              <a:xfrm>
                <a:off x="3657600" y="1828800"/>
                <a:ext cx="685800" cy="582091"/>
                <a:chOff x="4191000" y="5029200"/>
                <a:chExt cx="685800" cy="582091"/>
              </a:xfrm>
            </p:grpSpPr>
            <p:sp>
              <p:nvSpPr>
                <p:cNvPr id="44089" name="Freeform 14"/>
                <p:cNvSpPr>
                  <a:spLocks/>
                </p:cNvSpPr>
                <p:nvPr/>
              </p:nvSpPr>
              <p:spPr bwMode="auto">
                <a:xfrm>
                  <a:off x="4191000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0" name="Freeform 15"/>
                <p:cNvSpPr>
                  <a:spLocks/>
                </p:cNvSpPr>
                <p:nvPr/>
              </p:nvSpPr>
              <p:spPr bwMode="auto">
                <a:xfrm>
                  <a:off x="4249067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1" name="Freeform 16"/>
                <p:cNvSpPr>
                  <a:spLocks/>
                </p:cNvSpPr>
                <p:nvPr/>
              </p:nvSpPr>
              <p:spPr bwMode="auto">
                <a:xfrm>
                  <a:off x="4307134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2" name="Freeform 17"/>
                <p:cNvSpPr>
                  <a:spLocks/>
                </p:cNvSpPr>
                <p:nvPr/>
              </p:nvSpPr>
              <p:spPr bwMode="auto">
                <a:xfrm>
                  <a:off x="4365201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3" name="Freeform 18"/>
                <p:cNvSpPr>
                  <a:spLocks/>
                </p:cNvSpPr>
                <p:nvPr/>
              </p:nvSpPr>
              <p:spPr bwMode="auto">
                <a:xfrm>
                  <a:off x="4423268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4" name="Freeform 19"/>
                <p:cNvSpPr>
                  <a:spLocks/>
                </p:cNvSpPr>
                <p:nvPr/>
              </p:nvSpPr>
              <p:spPr bwMode="auto">
                <a:xfrm>
                  <a:off x="4480579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5" name="Freeform 20"/>
                <p:cNvSpPr>
                  <a:spLocks/>
                </p:cNvSpPr>
                <p:nvPr/>
              </p:nvSpPr>
              <p:spPr bwMode="auto">
                <a:xfrm>
                  <a:off x="4537890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6" name="Freeform 21"/>
                <p:cNvSpPr>
                  <a:spLocks/>
                </p:cNvSpPr>
                <p:nvPr/>
              </p:nvSpPr>
              <p:spPr bwMode="auto">
                <a:xfrm>
                  <a:off x="4595201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7" name="Freeform 22"/>
                <p:cNvSpPr>
                  <a:spLocks/>
                </p:cNvSpPr>
                <p:nvPr/>
              </p:nvSpPr>
              <p:spPr bwMode="auto">
                <a:xfrm>
                  <a:off x="4652512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8" name="Freeform 23"/>
                <p:cNvSpPr>
                  <a:spLocks/>
                </p:cNvSpPr>
                <p:nvPr/>
              </p:nvSpPr>
              <p:spPr bwMode="auto">
                <a:xfrm>
                  <a:off x="4709823" y="5029200"/>
                  <a:ext cx="109667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9" name="Freeform 24"/>
                <p:cNvSpPr>
                  <a:spLocks/>
                </p:cNvSpPr>
                <p:nvPr/>
              </p:nvSpPr>
              <p:spPr bwMode="auto">
                <a:xfrm>
                  <a:off x="4766376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4068" name="Group 62"/>
            <p:cNvGrpSpPr>
              <a:grpSpLocks/>
            </p:cNvGrpSpPr>
            <p:nvPr/>
          </p:nvGrpSpPr>
          <p:grpSpPr bwMode="auto">
            <a:xfrm>
              <a:off x="8088086" y="1371600"/>
              <a:ext cx="838199" cy="990600"/>
              <a:chOff x="3581401" y="1447800"/>
              <a:chExt cx="838199" cy="990600"/>
            </a:xfrm>
          </p:grpSpPr>
          <p:sp>
            <p:nvSpPr>
              <p:cNvPr id="64" name="Rounded Rectangle 63"/>
              <p:cNvSpPr/>
              <p:nvPr/>
            </p:nvSpPr>
            <p:spPr bwMode="auto">
              <a:xfrm>
                <a:off x="3581401" y="1447800"/>
                <a:ext cx="838199" cy="990600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/>
              <a:lstStyle/>
              <a:p>
                <a:pPr algn="ctr">
                  <a:defRPr/>
                </a:pPr>
                <a:r>
                  <a:rPr lang="en-US" dirty="0" err="1">
                    <a:latin typeface="Arial Narrow" pitchFamily="34" charset="0"/>
                  </a:rPr>
                  <a:t>Blk</a:t>
                </a:r>
                <a:r>
                  <a:rPr lang="en-US" dirty="0">
                    <a:latin typeface="Arial Narrow" pitchFamily="34" charset="0"/>
                  </a:rPr>
                  <a:t> N-1</a:t>
                </a:r>
              </a:p>
            </p:txBody>
          </p:sp>
          <p:grpSp>
            <p:nvGrpSpPr>
              <p:cNvPr id="44073" name="Group 183"/>
              <p:cNvGrpSpPr>
                <a:grpSpLocks/>
              </p:cNvGrpSpPr>
              <p:nvPr/>
            </p:nvGrpSpPr>
            <p:grpSpPr bwMode="auto">
              <a:xfrm>
                <a:off x="3657600" y="1828800"/>
                <a:ext cx="685800" cy="582091"/>
                <a:chOff x="4191000" y="5029200"/>
                <a:chExt cx="685800" cy="582091"/>
              </a:xfrm>
            </p:grpSpPr>
            <p:sp>
              <p:nvSpPr>
                <p:cNvPr id="44074" name="Freeform 14"/>
                <p:cNvSpPr>
                  <a:spLocks/>
                </p:cNvSpPr>
                <p:nvPr/>
              </p:nvSpPr>
              <p:spPr bwMode="auto">
                <a:xfrm>
                  <a:off x="4191000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5" name="Freeform 15"/>
                <p:cNvSpPr>
                  <a:spLocks/>
                </p:cNvSpPr>
                <p:nvPr/>
              </p:nvSpPr>
              <p:spPr bwMode="auto">
                <a:xfrm>
                  <a:off x="4249067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6" name="Freeform 16"/>
                <p:cNvSpPr>
                  <a:spLocks/>
                </p:cNvSpPr>
                <p:nvPr/>
              </p:nvSpPr>
              <p:spPr bwMode="auto">
                <a:xfrm>
                  <a:off x="4307134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7" name="Freeform 17"/>
                <p:cNvSpPr>
                  <a:spLocks/>
                </p:cNvSpPr>
                <p:nvPr/>
              </p:nvSpPr>
              <p:spPr bwMode="auto">
                <a:xfrm>
                  <a:off x="4365201" y="5029200"/>
                  <a:ext cx="111180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8" name="Freeform 18"/>
                <p:cNvSpPr>
                  <a:spLocks/>
                </p:cNvSpPr>
                <p:nvPr/>
              </p:nvSpPr>
              <p:spPr bwMode="auto">
                <a:xfrm>
                  <a:off x="4423268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79" name="Freeform 19"/>
                <p:cNvSpPr>
                  <a:spLocks/>
                </p:cNvSpPr>
                <p:nvPr/>
              </p:nvSpPr>
              <p:spPr bwMode="auto">
                <a:xfrm>
                  <a:off x="4480579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0" name="Freeform 20"/>
                <p:cNvSpPr>
                  <a:spLocks/>
                </p:cNvSpPr>
                <p:nvPr/>
              </p:nvSpPr>
              <p:spPr bwMode="auto">
                <a:xfrm>
                  <a:off x="4537890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1" name="Freeform 21"/>
                <p:cNvSpPr>
                  <a:spLocks/>
                </p:cNvSpPr>
                <p:nvPr/>
              </p:nvSpPr>
              <p:spPr bwMode="auto">
                <a:xfrm>
                  <a:off x="4595201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2" name="Freeform 22"/>
                <p:cNvSpPr>
                  <a:spLocks/>
                </p:cNvSpPr>
                <p:nvPr/>
              </p:nvSpPr>
              <p:spPr bwMode="auto">
                <a:xfrm>
                  <a:off x="4652512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3" name="Freeform 23"/>
                <p:cNvSpPr>
                  <a:spLocks/>
                </p:cNvSpPr>
                <p:nvPr/>
              </p:nvSpPr>
              <p:spPr bwMode="auto">
                <a:xfrm>
                  <a:off x="4709823" y="5029200"/>
                  <a:ext cx="109667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4" name="Freeform 24"/>
                <p:cNvSpPr>
                  <a:spLocks/>
                </p:cNvSpPr>
                <p:nvPr/>
              </p:nvSpPr>
              <p:spPr bwMode="auto">
                <a:xfrm>
                  <a:off x="4766376" y="5029200"/>
                  <a:ext cx="110424" cy="582091"/>
                </a:xfrm>
                <a:custGeom>
                  <a:avLst/>
                  <a:gdLst>
                    <a:gd name="T0" fmla="*/ 2147483647 w 208"/>
                    <a:gd name="T1" fmla="*/ 0 h 1536"/>
                    <a:gd name="T2" fmla="*/ 2147483647 w 208"/>
                    <a:gd name="T3" fmla="*/ 2147483647 h 1536"/>
                    <a:gd name="T4" fmla="*/ 2147483647 w 208"/>
                    <a:gd name="T5" fmla="*/ 2147483647 h 1536"/>
                    <a:gd name="T6" fmla="*/ 2147483647 w 208"/>
                    <a:gd name="T7" fmla="*/ 2147483647 h 1536"/>
                    <a:gd name="T8" fmla="*/ 2147483647 w 208"/>
                    <a:gd name="T9" fmla="*/ 2147483647 h 1536"/>
                    <a:gd name="T10" fmla="*/ 2147483647 w 208"/>
                    <a:gd name="T11" fmla="*/ 2147483647 h 1536"/>
                    <a:gd name="T12" fmla="*/ 2147483647 w 208"/>
                    <a:gd name="T13" fmla="*/ 2147483647 h 1536"/>
                    <a:gd name="T14" fmla="*/ 2147483647 w 208"/>
                    <a:gd name="T15" fmla="*/ 2147483647 h 1536"/>
                    <a:gd name="T16" fmla="*/ 2147483647 w 208"/>
                    <a:gd name="T17" fmla="*/ 2147483647 h 1536"/>
                    <a:gd name="T18" fmla="*/ 2147483647 w 208"/>
                    <a:gd name="T19" fmla="*/ 2147483647 h 1536"/>
                    <a:gd name="T20" fmla="*/ 2147483647 w 208"/>
                    <a:gd name="T21" fmla="*/ 2147483647 h 1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08"/>
                    <a:gd name="T34" fmla="*/ 0 h 1536"/>
                    <a:gd name="T35" fmla="*/ 208 w 208"/>
                    <a:gd name="T36" fmla="*/ 1536 h 1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08" h="1536">
                      <a:moveTo>
                        <a:pt x="56" y="0"/>
                      </a:moveTo>
                      <a:cubicBezTo>
                        <a:pt x="132" y="68"/>
                        <a:pt x="208" y="136"/>
                        <a:pt x="200" y="192"/>
                      </a:cubicBezTo>
                      <a:cubicBezTo>
                        <a:pt x="192" y="248"/>
                        <a:pt x="16" y="280"/>
                        <a:pt x="8" y="336"/>
                      </a:cubicBezTo>
                      <a:cubicBezTo>
                        <a:pt x="0" y="392"/>
                        <a:pt x="152" y="464"/>
                        <a:pt x="152" y="528"/>
                      </a:cubicBezTo>
                      <a:cubicBezTo>
                        <a:pt x="152" y="592"/>
                        <a:pt x="8" y="672"/>
                        <a:pt x="8" y="720"/>
                      </a:cubicBezTo>
                      <a:cubicBezTo>
                        <a:pt x="8" y="768"/>
                        <a:pt x="144" y="776"/>
                        <a:pt x="152" y="816"/>
                      </a:cubicBezTo>
                      <a:cubicBezTo>
                        <a:pt x="160" y="856"/>
                        <a:pt x="56" y="912"/>
                        <a:pt x="56" y="960"/>
                      </a:cubicBezTo>
                      <a:cubicBezTo>
                        <a:pt x="56" y="1008"/>
                        <a:pt x="160" y="1056"/>
                        <a:pt x="152" y="1104"/>
                      </a:cubicBezTo>
                      <a:cubicBezTo>
                        <a:pt x="144" y="1152"/>
                        <a:pt x="16" y="1208"/>
                        <a:pt x="8" y="1248"/>
                      </a:cubicBezTo>
                      <a:cubicBezTo>
                        <a:pt x="0" y="1288"/>
                        <a:pt x="96" y="1296"/>
                        <a:pt x="104" y="1344"/>
                      </a:cubicBezTo>
                      <a:cubicBezTo>
                        <a:pt x="112" y="1392"/>
                        <a:pt x="40" y="1496"/>
                        <a:pt x="56" y="1536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 type="non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4069" name="TextBox 77"/>
            <p:cNvSpPr txBox="1">
              <a:spLocks noChangeArrowheads="1"/>
            </p:cNvSpPr>
            <p:nvPr/>
          </p:nvSpPr>
          <p:spPr bwMode="auto">
            <a:xfrm>
              <a:off x="5105400" y="1676400"/>
              <a:ext cx="29718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2000"/>
                <a:t>• • •</a:t>
              </a:r>
            </a:p>
          </p:txBody>
        </p:sp>
      </p:grpSp>
      <p:grpSp>
        <p:nvGrpSpPr>
          <p:cNvPr id="8" name="Group 115"/>
          <p:cNvGrpSpPr>
            <a:grpSpLocks/>
          </p:cNvGrpSpPr>
          <p:nvPr/>
        </p:nvGrpSpPr>
        <p:grpSpPr bwMode="auto">
          <a:xfrm>
            <a:off x="1524000" y="2209800"/>
            <a:ext cx="4572000" cy="990600"/>
            <a:chOff x="0" y="2209800"/>
            <a:chExt cx="4572000" cy="990600"/>
          </a:xfrm>
        </p:grpSpPr>
        <p:cxnSp>
          <p:nvCxnSpPr>
            <p:cNvPr id="82" name="Curved Connector 81"/>
            <p:cNvCxnSpPr>
              <a:cxnSpLocks/>
              <a:stCxn id="84" idx="3"/>
              <a:endCxn id="44066" idx="0"/>
            </p:cNvCxnSpPr>
            <p:nvPr/>
          </p:nvCxnSpPr>
          <p:spPr>
            <a:xfrm>
              <a:off x="4343400" y="2400300"/>
              <a:ext cx="228600" cy="800100"/>
            </a:xfrm>
            <a:prstGeom prst="curvedConnector2">
              <a:avLst/>
            </a:prstGeom>
            <a:ln w="571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0" y="2209800"/>
              <a:ext cx="4343400" cy="381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9" name="Group 114"/>
          <p:cNvGrpSpPr>
            <a:grpSpLocks/>
          </p:cNvGrpSpPr>
          <p:nvPr/>
        </p:nvGrpSpPr>
        <p:grpSpPr bwMode="auto">
          <a:xfrm>
            <a:off x="3886200" y="4419600"/>
            <a:ext cx="4419600" cy="1828800"/>
            <a:chOff x="2362200" y="4724400"/>
            <a:chExt cx="4419600" cy="1828800"/>
          </a:xfrm>
        </p:grpSpPr>
        <p:grpSp>
          <p:nvGrpSpPr>
            <p:cNvPr id="44044" name="Group 78"/>
            <p:cNvGrpSpPr>
              <a:grpSpLocks/>
            </p:cNvGrpSpPr>
            <p:nvPr/>
          </p:nvGrpSpPr>
          <p:grpSpPr bwMode="auto">
            <a:xfrm>
              <a:off x="3238500" y="5410200"/>
              <a:ext cx="2667000" cy="1143000"/>
              <a:chOff x="5257800" y="3048000"/>
              <a:chExt cx="2667000" cy="1143000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5257800" y="3048000"/>
                <a:ext cx="2667000" cy="1143000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049" name="TextBox 6"/>
              <p:cNvSpPr txBox="1">
                <a:spLocks noChangeArrowheads="1"/>
              </p:cNvSpPr>
              <p:nvPr/>
            </p:nvSpPr>
            <p:spPr bwMode="auto">
              <a:xfrm>
                <a:off x="6096000" y="3048000"/>
                <a:ext cx="990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2000"/>
                  <a:t>GPU</a:t>
                </a:r>
              </a:p>
            </p:txBody>
          </p:sp>
          <p:grpSp>
            <p:nvGrpSpPr>
              <p:cNvPr id="44050" name="Group 40"/>
              <p:cNvGrpSpPr>
                <a:grpSpLocks/>
              </p:cNvGrpSpPr>
              <p:nvPr/>
            </p:nvGrpSpPr>
            <p:grpSpPr bwMode="auto">
              <a:xfrm>
                <a:off x="5410200" y="3200400"/>
                <a:ext cx="2400300" cy="838200"/>
                <a:chOff x="2362200" y="3276600"/>
                <a:chExt cx="2400300" cy="838200"/>
              </a:xfrm>
            </p:grpSpPr>
            <p:sp>
              <p:nvSpPr>
                <p:cNvPr id="11" name="Rounded Rectangle 10"/>
                <p:cNvSpPr/>
                <p:nvPr/>
              </p:nvSpPr>
              <p:spPr bwMode="auto">
                <a:xfrm>
                  <a:off x="2362201" y="3276600"/>
                  <a:ext cx="609599" cy="424544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/>
                <a:p>
                  <a:pPr algn="ctr">
                    <a:defRPr/>
                  </a:pPr>
                  <a:r>
                    <a:rPr lang="en-US" sz="1600" dirty="0">
                      <a:latin typeface="Arial Narrow" pitchFamily="34" charset="0"/>
                    </a:rPr>
                    <a:t>M0</a:t>
                  </a:r>
                </a:p>
              </p:txBody>
            </p:sp>
            <p:sp>
              <p:nvSpPr>
                <p:cNvPr id="12" name="Rounded Rectangle 11"/>
                <p:cNvSpPr/>
                <p:nvPr/>
              </p:nvSpPr>
              <p:spPr bwMode="auto">
                <a:xfrm>
                  <a:off x="2362200" y="3733800"/>
                  <a:ext cx="2400300" cy="381000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/>
                <a:p>
                  <a:pPr algn="ctr">
                    <a:defRPr/>
                  </a:pPr>
                  <a:r>
                    <a:rPr lang="en-US" sz="1600" dirty="0">
                      <a:latin typeface="Arial Narrow" pitchFamily="34" charset="0"/>
                    </a:rPr>
                    <a:t>RAM</a:t>
                  </a:r>
                </a:p>
              </p:txBody>
            </p:sp>
          </p:grpSp>
          <p:sp>
            <p:nvSpPr>
              <p:cNvPr id="44" name="Rounded Rectangle 43"/>
              <p:cNvSpPr/>
              <p:nvPr/>
            </p:nvSpPr>
            <p:spPr bwMode="auto">
              <a:xfrm>
                <a:off x="7162802" y="3200400"/>
                <a:ext cx="609599" cy="424544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/>
              <a:lstStyle/>
              <a:p>
                <a:pPr algn="ctr">
                  <a:defRPr/>
                </a:pPr>
                <a:r>
                  <a:rPr lang="en-US" sz="1600" dirty="0">
                    <a:latin typeface="Arial Narrow" pitchFamily="34" charset="0"/>
                  </a:rPr>
                  <a:t>Mk</a:t>
                </a:r>
              </a:p>
            </p:txBody>
          </p:sp>
          <p:sp>
            <p:nvSpPr>
              <p:cNvPr id="44054" name="TextBox 76"/>
              <p:cNvSpPr txBox="1">
                <a:spLocks noChangeArrowheads="1"/>
              </p:cNvSpPr>
              <p:nvPr/>
            </p:nvSpPr>
            <p:spPr bwMode="auto">
              <a:xfrm>
                <a:off x="6134100" y="3352800"/>
                <a:ext cx="990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Palatino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2000"/>
                  <a:t>• • •</a:t>
                </a:r>
              </a:p>
            </p:txBody>
          </p:sp>
        </p:grpSp>
        <p:sp>
          <p:nvSpPr>
            <p:cNvPr id="92" name="Down Arrow Callout 91"/>
            <p:cNvSpPr/>
            <p:nvPr/>
          </p:nvSpPr>
          <p:spPr>
            <a:xfrm>
              <a:off x="2362200" y="4724400"/>
              <a:ext cx="4419600" cy="609600"/>
            </a:xfrm>
            <a:prstGeom prst="downArrowCallou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Schedule onto multiprocessors</a:t>
              </a:r>
            </a:p>
          </p:txBody>
        </p:sp>
      </p:grpSp>
      <p:grpSp>
        <p:nvGrpSpPr>
          <p:cNvPr id="14" name="Group 116"/>
          <p:cNvGrpSpPr>
            <a:grpSpLocks/>
          </p:cNvGrpSpPr>
          <p:nvPr/>
        </p:nvGrpSpPr>
        <p:grpSpPr bwMode="auto">
          <a:xfrm>
            <a:off x="4762501" y="1741486"/>
            <a:ext cx="6486640" cy="2240024"/>
            <a:chOff x="2199390" y="1981200"/>
            <a:chExt cx="6487410" cy="2240242"/>
          </a:xfrm>
        </p:grpSpPr>
        <p:cxnSp>
          <p:nvCxnSpPr>
            <p:cNvPr id="95" name="Curved Connector 94"/>
            <p:cNvCxnSpPr>
              <a:cxnSpLocks/>
              <a:stCxn id="109" idx="1"/>
            </p:cNvCxnSpPr>
            <p:nvPr/>
          </p:nvCxnSpPr>
          <p:spPr>
            <a:xfrm rot="10800000" flipV="1">
              <a:off x="2199390" y="2286030"/>
              <a:ext cx="3439049" cy="1935412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FF0000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/>
            <p:cNvSpPr/>
            <p:nvPr/>
          </p:nvSpPr>
          <p:spPr>
            <a:xfrm>
              <a:off x="5638438" y="1981200"/>
              <a:ext cx="3048362" cy="60965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4040" name="Footer Placeholder 56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pt-BR" altLang="en-US" sz="1200"/>
              <a:t>© David Kirk/NVIDIA and Wen-mei W. Hwu, 2007-2018 ECE408/CS483, University of Illinois, Urbana-Champaign</a:t>
            </a:r>
            <a:endParaRPr lang="en-US" altLang="en-US" sz="1200"/>
          </a:p>
        </p:txBody>
      </p:sp>
      <p:sp>
        <p:nvSpPr>
          <p:cNvPr id="44041" name="Slide Number Placeholder 57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752FF4B-C0F0-484A-B5FA-FB6382367932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45058" name="Rectangle 1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10969624" cy="946606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More on CUDA Function Declarations</a:t>
            </a:r>
          </a:p>
        </p:txBody>
      </p:sp>
      <p:grpSp>
        <p:nvGrpSpPr>
          <p:cNvPr id="45059" name="Group 2"/>
          <p:cNvGrpSpPr>
            <a:grpSpLocks/>
          </p:cNvGrpSpPr>
          <p:nvPr/>
        </p:nvGrpSpPr>
        <p:grpSpPr bwMode="auto">
          <a:xfrm>
            <a:off x="2133601" y="1295401"/>
            <a:ext cx="8304213" cy="2208213"/>
            <a:chOff x="384" y="816"/>
            <a:chExt cx="5231" cy="1391"/>
          </a:xfrm>
        </p:grpSpPr>
        <p:sp>
          <p:nvSpPr>
            <p:cNvPr id="45062" name="Rectangle 3"/>
            <p:cNvSpPr>
              <a:spLocks noChangeArrowheads="1"/>
            </p:cNvSpPr>
            <p:nvPr/>
          </p:nvSpPr>
          <p:spPr bwMode="auto">
            <a:xfrm>
              <a:off x="4415" y="1893"/>
              <a:ext cx="1200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host</a:t>
              </a:r>
            </a:p>
          </p:txBody>
        </p:sp>
        <p:sp>
          <p:nvSpPr>
            <p:cNvPr id="45063" name="Rectangle 4"/>
            <p:cNvSpPr>
              <a:spLocks noChangeArrowheads="1"/>
            </p:cNvSpPr>
            <p:nvPr/>
          </p:nvSpPr>
          <p:spPr bwMode="auto">
            <a:xfrm>
              <a:off x="3505" y="1893"/>
              <a:ext cx="911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host</a:t>
              </a:r>
            </a:p>
          </p:txBody>
        </p:sp>
        <p:sp>
          <p:nvSpPr>
            <p:cNvPr id="45064" name="Rectangle 5"/>
            <p:cNvSpPr>
              <a:spLocks noChangeArrowheads="1"/>
            </p:cNvSpPr>
            <p:nvPr/>
          </p:nvSpPr>
          <p:spPr bwMode="auto">
            <a:xfrm>
              <a:off x="384" y="1893"/>
              <a:ext cx="3121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ts val="500"/>
                </a:spcBef>
                <a:buClr>
                  <a:srgbClr val="3333CC"/>
                </a:buClr>
              </a:pPr>
              <a:r>
                <a:rPr lang="en-US" altLang="en-US" sz="2000" b="1">
                  <a:solidFill>
                    <a:srgbClr val="3333CC"/>
                  </a:solidFill>
                  <a:latin typeface="Courier New" panose="02070309020205020404" pitchFamily="49" charset="0"/>
                </a:rPr>
                <a:t>__host__</a:t>
              </a:r>
              <a:r>
                <a:rPr lang="en-US" altLang="en-US" sz="2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float HostFunc()</a:t>
              </a:r>
              <a:r>
                <a:rPr lang="ar-SA" altLang="en-US" sz="2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‏</a:t>
              </a:r>
              <a:endPara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45065" name="Rectangle 6"/>
            <p:cNvSpPr>
              <a:spLocks noChangeArrowheads="1"/>
            </p:cNvSpPr>
            <p:nvPr/>
          </p:nvSpPr>
          <p:spPr bwMode="auto">
            <a:xfrm>
              <a:off x="4415" y="1586"/>
              <a:ext cx="120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host</a:t>
              </a:r>
            </a:p>
          </p:txBody>
        </p:sp>
        <p:sp>
          <p:nvSpPr>
            <p:cNvPr id="45066" name="Rectangle 7"/>
            <p:cNvSpPr>
              <a:spLocks noChangeArrowheads="1"/>
            </p:cNvSpPr>
            <p:nvPr/>
          </p:nvSpPr>
          <p:spPr bwMode="auto">
            <a:xfrm>
              <a:off x="3505" y="1586"/>
              <a:ext cx="91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device</a:t>
              </a:r>
            </a:p>
          </p:txBody>
        </p:sp>
        <p:sp>
          <p:nvSpPr>
            <p:cNvPr id="45067" name="Rectangle 8"/>
            <p:cNvSpPr>
              <a:spLocks noChangeArrowheads="1"/>
            </p:cNvSpPr>
            <p:nvPr/>
          </p:nvSpPr>
          <p:spPr bwMode="auto">
            <a:xfrm>
              <a:off x="384" y="1586"/>
              <a:ext cx="31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ts val="500"/>
                </a:spcBef>
                <a:buClr>
                  <a:srgbClr val="3333CC"/>
                </a:buClr>
              </a:pPr>
              <a:r>
                <a:rPr lang="en-US" altLang="en-US" sz="2000" b="1">
                  <a:solidFill>
                    <a:srgbClr val="3333CC"/>
                  </a:solidFill>
                  <a:latin typeface="Courier New" panose="02070309020205020404" pitchFamily="49" charset="0"/>
                </a:rPr>
                <a:t>__global__</a:t>
              </a:r>
              <a:r>
                <a:rPr lang="en-US" altLang="en-US" sz="2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void  KernelFunc()</a:t>
              </a:r>
              <a:r>
                <a:rPr lang="ar-SA" altLang="en-US" sz="2000" b="1">
                  <a:solidFill>
                    <a:srgbClr val="000000"/>
                  </a:solidFill>
                  <a:latin typeface="Courier New" panose="02070309020205020404" pitchFamily="49" charset="0"/>
                </a:rPr>
                <a:t>‏</a:t>
              </a:r>
              <a:endPara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45068" name="Rectangle 9"/>
            <p:cNvSpPr>
              <a:spLocks noChangeArrowheads="1"/>
            </p:cNvSpPr>
            <p:nvPr/>
          </p:nvSpPr>
          <p:spPr bwMode="auto">
            <a:xfrm>
              <a:off x="4415" y="1298"/>
              <a:ext cx="1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device</a:t>
              </a:r>
            </a:p>
          </p:txBody>
        </p:sp>
        <p:sp>
          <p:nvSpPr>
            <p:cNvPr id="45069" name="Rectangle 10"/>
            <p:cNvSpPr>
              <a:spLocks noChangeArrowheads="1"/>
            </p:cNvSpPr>
            <p:nvPr/>
          </p:nvSpPr>
          <p:spPr bwMode="auto">
            <a:xfrm>
              <a:off x="3505" y="1298"/>
              <a:ext cx="9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device</a:t>
              </a:r>
            </a:p>
          </p:txBody>
        </p:sp>
        <p:sp>
          <p:nvSpPr>
            <p:cNvPr id="45070" name="Rectangle 11"/>
            <p:cNvSpPr>
              <a:spLocks noChangeArrowheads="1"/>
            </p:cNvSpPr>
            <p:nvPr/>
          </p:nvSpPr>
          <p:spPr bwMode="auto">
            <a:xfrm>
              <a:off x="384" y="1298"/>
              <a:ext cx="31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ts val="500"/>
                </a:spcBef>
                <a:buClr>
                  <a:srgbClr val="3333CC"/>
                </a:buClr>
              </a:pPr>
              <a:r>
                <a:rPr lang="en-US" altLang="en-US" sz="2000" b="1" dirty="0">
                  <a:solidFill>
                    <a:srgbClr val="3333CC"/>
                  </a:solidFill>
                  <a:latin typeface="Courier New" panose="02070309020205020404" pitchFamily="49" charset="0"/>
                </a:rPr>
                <a:t>__device__</a:t>
              </a:r>
              <a:r>
                <a:rPr lang="en-US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float </a:t>
              </a:r>
              <a:r>
                <a:rPr lang="en-US" altLang="en-US" sz="2000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DeviceFunc</a:t>
              </a:r>
              <a:r>
                <a:rPr lang="en-US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()</a:t>
              </a:r>
              <a:r>
                <a:rPr lang="ar-SA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‏</a:t>
              </a:r>
              <a:endPara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45071" name="Rectangle 12"/>
            <p:cNvSpPr>
              <a:spLocks noChangeArrowheads="1"/>
            </p:cNvSpPr>
            <p:nvPr/>
          </p:nvSpPr>
          <p:spPr bwMode="auto">
            <a:xfrm>
              <a:off x="4415" y="816"/>
              <a:ext cx="1200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Only callable from the:</a:t>
              </a:r>
            </a:p>
          </p:txBody>
        </p:sp>
        <p:sp>
          <p:nvSpPr>
            <p:cNvPr id="45072" name="Rectangle 13"/>
            <p:cNvSpPr>
              <a:spLocks noChangeArrowheads="1"/>
            </p:cNvSpPr>
            <p:nvPr/>
          </p:nvSpPr>
          <p:spPr bwMode="auto">
            <a:xfrm>
              <a:off x="3505" y="816"/>
              <a:ext cx="911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ts val="500"/>
                </a:spcBef>
              </a:pPr>
              <a:r>
                <a:rPr lang="en-US" altLang="en-US" sz="2000">
                  <a:solidFill>
                    <a:srgbClr val="000000"/>
                  </a:solidFill>
                  <a:latin typeface="Arial" panose="020B0604020202020204" pitchFamily="34" charset="0"/>
                </a:rPr>
                <a:t>Executed on the:</a:t>
              </a:r>
            </a:p>
          </p:txBody>
        </p:sp>
        <p:sp>
          <p:nvSpPr>
            <p:cNvPr id="45073" name="Rectangle 14"/>
            <p:cNvSpPr>
              <a:spLocks noChangeArrowheads="1"/>
            </p:cNvSpPr>
            <p:nvPr/>
          </p:nvSpPr>
          <p:spPr bwMode="auto">
            <a:xfrm>
              <a:off x="384" y="816"/>
              <a:ext cx="3121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Palatino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74" name="Line 15"/>
            <p:cNvSpPr>
              <a:spLocks noChangeShapeType="1"/>
            </p:cNvSpPr>
            <p:nvPr/>
          </p:nvSpPr>
          <p:spPr bwMode="auto">
            <a:xfrm>
              <a:off x="384" y="816"/>
              <a:ext cx="523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5" name="Line 16"/>
            <p:cNvSpPr>
              <a:spLocks noChangeShapeType="1"/>
            </p:cNvSpPr>
            <p:nvPr/>
          </p:nvSpPr>
          <p:spPr bwMode="auto">
            <a:xfrm>
              <a:off x="384" y="1298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6" name="Line 17"/>
            <p:cNvSpPr>
              <a:spLocks noChangeShapeType="1"/>
            </p:cNvSpPr>
            <p:nvPr/>
          </p:nvSpPr>
          <p:spPr bwMode="auto">
            <a:xfrm>
              <a:off x="384" y="1586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7" name="Line 18"/>
            <p:cNvSpPr>
              <a:spLocks noChangeShapeType="1"/>
            </p:cNvSpPr>
            <p:nvPr/>
          </p:nvSpPr>
          <p:spPr bwMode="auto">
            <a:xfrm>
              <a:off x="384" y="1893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8" name="Line 19"/>
            <p:cNvSpPr>
              <a:spLocks noChangeShapeType="1"/>
            </p:cNvSpPr>
            <p:nvPr/>
          </p:nvSpPr>
          <p:spPr bwMode="auto">
            <a:xfrm>
              <a:off x="384" y="2208"/>
              <a:ext cx="523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9" name="Line 20"/>
            <p:cNvSpPr>
              <a:spLocks noChangeShapeType="1"/>
            </p:cNvSpPr>
            <p:nvPr/>
          </p:nvSpPr>
          <p:spPr bwMode="auto">
            <a:xfrm>
              <a:off x="384" y="816"/>
              <a:ext cx="1" cy="139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0" name="Line 21"/>
            <p:cNvSpPr>
              <a:spLocks noChangeShapeType="1"/>
            </p:cNvSpPr>
            <p:nvPr/>
          </p:nvSpPr>
          <p:spPr bwMode="auto">
            <a:xfrm>
              <a:off x="3505" y="816"/>
              <a:ext cx="1" cy="1392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1" name="Line 22"/>
            <p:cNvSpPr>
              <a:spLocks noChangeShapeType="1"/>
            </p:cNvSpPr>
            <p:nvPr/>
          </p:nvSpPr>
          <p:spPr bwMode="auto">
            <a:xfrm>
              <a:off x="4415" y="816"/>
              <a:ext cx="1" cy="1392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2" name="Line 23"/>
            <p:cNvSpPr>
              <a:spLocks noChangeShapeType="1"/>
            </p:cNvSpPr>
            <p:nvPr/>
          </p:nvSpPr>
          <p:spPr bwMode="auto">
            <a:xfrm>
              <a:off x="5616" y="816"/>
              <a:ext cx="1" cy="139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60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2209800" y="3810000"/>
            <a:ext cx="8458200" cy="2514600"/>
          </a:xfrm>
        </p:spPr>
        <p:txBody>
          <a:bodyPr/>
          <a:lstStyle/>
          <a:p>
            <a:pPr marL="457200" indent="-457200" eaLnBrk="1" hangingPunct="1">
              <a:buFont typeface="Courier New" panose="02070309020205020404" pitchFamily="49" charset="0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b="1">
                <a:latin typeface="Courier New" panose="02070309020205020404" pitchFamily="49" charset="0"/>
              </a:rPr>
              <a:t> </a:t>
            </a:r>
            <a:r>
              <a:rPr lang="en-US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__global__</a:t>
            </a:r>
            <a:r>
              <a:rPr lang="en-US" altLang="en-US" sz="2800"/>
              <a:t> defines a kernel function</a:t>
            </a:r>
          </a:p>
          <a:p>
            <a:pPr marL="857250" lvl="1" indent="-457200" eaLnBrk="1" hangingPunct="1">
              <a:buFont typeface="Courier New" panose="02070309020205020404" pitchFamily="49" charset="0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/>
              <a:t>Each </a:t>
            </a:r>
            <a:r>
              <a:rPr lang="ja-JP" altLang="en-US" sz="2400"/>
              <a:t>“</a:t>
            </a:r>
            <a:r>
              <a:rPr lang="en-US" altLang="ja-JP" sz="2400"/>
              <a:t>__</a:t>
            </a:r>
            <a:r>
              <a:rPr lang="ja-JP" altLang="en-US" sz="2400"/>
              <a:t>”</a:t>
            </a:r>
            <a:r>
              <a:rPr lang="en-US" altLang="ja-JP" sz="2400"/>
              <a:t> consists of two underscore characters</a:t>
            </a:r>
          </a:p>
          <a:p>
            <a:pPr marL="857250" lvl="1" indent="-457200" eaLnBrk="1" hangingPunct="1">
              <a:buFont typeface="Courier New" panose="02070309020205020404" pitchFamily="49" charset="0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400"/>
              <a:t>A kernel function must return </a:t>
            </a:r>
            <a:r>
              <a:rPr lang="en-US" altLang="en-US" sz="2400" b="1">
                <a:solidFill>
                  <a:srgbClr val="3333CC"/>
                </a:solidFill>
                <a:latin typeface="Courier New" panose="02070309020205020404" pitchFamily="49" charset="0"/>
              </a:rPr>
              <a:t>void</a:t>
            </a:r>
          </a:p>
          <a:p>
            <a:pPr marL="457200" indent="-457200" eaLnBrk="1" hangingPunct="1">
              <a:buFont typeface="Courier New" panose="02070309020205020404" pitchFamily="49" charset="0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altLang="en-US" sz="2800" b="1">
                <a:latin typeface="Courier New" panose="02070309020205020404" pitchFamily="49" charset="0"/>
              </a:rPr>
              <a:t> </a:t>
            </a:r>
            <a:r>
              <a:rPr lang="en-US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__device__</a:t>
            </a:r>
            <a:r>
              <a:rPr lang="en-US" altLang="en-US" sz="2800"/>
              <a:t> and </a:t>
            </a:r>
            <a:r>
              <a:rPr lang="en-US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__host__</a:t>
            </a:r>
            <a:r>
              <a:rPr lang="en-US" altLang="en-US" sz="2800"/>
              <a:t> can be used together</a:t>
            </a:r>
          </a:p>
        </p:txBody>
      </p:sp>
      <p:sp>
        <p:nvSpPr>
          <p:cNvPr id="45061" name="Slide Number Placeholder 2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81A1397-BFD9-4AB9-8625-969C51BEB2BF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29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16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/>
              <a:t>© David Kirk/NVIDIA and Wen-mei W. Hwu, 2007-2018 ECE408/CS483, University of Illinois, Urbana-Champaign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838200"/>
            <a:ext cx="67818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Integrated C programs with CUDA extensions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981200"/>
            <a:ext cx="68580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NVCC Compiler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3505200"/>
            <a:ext cx="32004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Host C Compiler/ Linker</a:t>
            </a:r>
          </a:p>
        </p:txBody>
      </p:sp>
      <p:sp>
        <p:nvSpPr>
          <p:cNvPr id="11" name="Right Arrow 10"/>
          <p:cNvSpPr/>
          <p:nvPr/>
        </p:nvSpPr>
        <p:spPr>
          <a:xfrm rot="5400000">
            <a:off x="5657850" y="1466850"/>
            <a:ext cx="4953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5400000">
            <a:off x="4191000" y="2819400"/>
            <a:ext cx="6858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111" name="TextBox 12"/>
          <p:cNvSpPr txBox="1">
            <a:spLocks noChangeArrowheads="1"/>
          </p:cNvSpPr>
          <p:nvPr/>
        </p:nvSpPr>
        <p:spPr bwMode="auto">
          <a:xfrm>
            <a:off x="2476210" y="2893368"/>
            <a:ext cx="1638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/>
              <a:t>Host Code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858000" y="2743200"/>
            <a:ext cx="5334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113" name="TextBox 14"/>
          <p:cNvSpPr txBox="1">
            <a:spLocks noChangeArrowheads="1"/>
          </p:cNvSpPr>
          <p:nvPr/>
        </p:nvSpPr>
        <p:spPr bwMode="auto">
          <a:xfrm>
            <a:off x="7620001" y="2895601"/>
            <a:ext cx="2778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Device Code (PTX)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267200" y="4572000"/>
            <a:ext cx="5334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172200" y="3505200"/>
            <a:ext cx="32004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Device Just-in-Time Compiler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934200" y="4572000"/>
            <a:ext cx="5334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590800" y="5257800"/>
            <a:ext cx="67818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Heterogeneous Computing Platform with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CPUs, GPUs</a:t>
            </a:r>
          </a:p>
        </p:txBody>
      </p:sp>
      <p:sp>
        <p:nvSpPr>
          <p:cNvPr id="47118" name="Title 16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952499"/>
          </a:xfrm>
        </p:spPr>
        <p:txBody>
          <a:bodyPr/>
          <a:lstStyle/>
          <a:p>
            <a:pPr eaLnBrk="1" hangingPunct="1"/>
            <a:r>
              <a:rPr lang="en-US" altLang="en-US" dirty="0"/>
              <a:t>Compiling A CUDA Program</a:t>
            </a:r>
          </a:p>
        </p:txBody>
      </p:sp>
      <p:sp>
        <p:nvSpPr>
          <p:cNvPr id="47119" name="Slide Number Placeholder 1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2AB6540-B5AB-4B08-AC68-EA3CE6CE793B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30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Any More Questions?</a:t>
            </a:r>
            <a:br>
              <a:rPr lang="en-US" dirty="0"/>
            </a:br>
            <a:r>
              <a:rPr lang="en-US" dirty="0"/>
              <a:t>Read Chapter 2</a:t>
            </a:r>
          </a:p>
        </p:txBody>
      </p:sp>
      <p:sp>
        <p:nvSpPr>
          <p:cNvPr id="28675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A6A9E6-2F9E-4F2D-BAD1-EF4D2C56B51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762000"/>
          </a:xfrm>
        </p:spPr>
        <p:txBody>
          <a:bodyPr/>
          <a:lstStyle/>
          <a:p>
            <a:r>
              <a:rPr lang="en-US" dirty="0"/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10566400" cy="5029200"/>
          </a:xfrm>
        </p:spPr>
        <p:txBody>
          <a:bodyPr/>
          <a:lstStyle/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Consider the following code:</a:t>
            </a:r>
          </a:p>
          <a:p>
            <a:pPr marL="457200" lvl="1" indent="0">
              <a:buNone/>
            </a:pPr>
            <a:r>
              <a:rPr lang="pt-BR" sz="2000" b="1" kern="1200" dirty="0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kernel&lt;&lt;VECTOR_N, ELEMENT_N&gt;&gt;&gt;(</a:t>
            </a:r>
            <a:r>
              <a:rPr lang="pt-BR" sz="2000" b="1" kern="1200" dirty="0" err="1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d_C</a:t>
            </a:r>
            <a:r>
              <a:rPr lang="pt-BR" sz="2000" b="1" kern="1200" dirty="0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, </a:t>
            </a:r>
            <a:r>
              <a:rPr lang="pt-BR" sz="2000" b="1" kern="1200" dirty="0" err="1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d_A</a:t>
            </a:r>
            <a:r>
              <a:rPr lang="pt-BR" sz="2000" b="1" kern="1200" dirty="0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, </a:t>
            </a:r>
            <a:r>
              <a:rPr lang="pt-BR" sz="2000" b="1" kern="1200" dirty="0" err="1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d_B</a:t>
            </a:r>
            <a:r>
              <a:rPr lang="pt-BR" sz="2000" b="1" kern="1200" dirty="0">
                <a:solidFill>
                  <a:srgbClr val="000000"/>
                </a:solidFill>
                <a:latin typeface="Courier New" panose="02070309020205020404" pitchFamily="49" charset="0"/>
                <a:cs typeface="+mn-cs"/>
              </a:rPr>
              <a:t>, ELEMENT_N);</a:t>
            </a:r>
            <a:endParaRPr lang="en-US" sz="2000" b="1" kern="1200" dirty="0">
              <a:solidFill>
                <a:srgbClr val="000000"/>
              </a:solidFill>
              <a:latin typeface="Courier New" panose="02070309020205020404" pitchFamily="49" charset="0"/>
              <a:cs typeface="+mn-cs"/>
            </a:endParaRPr>
          </a:p>
          <a:p>
            <a:endParaRPr lang="en-US" sz="2800" dirty="0">
              <a:solidFill>
                <a:srgbClr val="2D3B45"/>
              </a:solidFill>
              <a:latin typeface="Lato Extended"/>
            </a:endParaRPr>
          </a:p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Q: How many CUDA threads are in each block as the result of the following kernel call?</a:t>
            </a:r>
          </a:p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A: </a:t>
            </a:r>
            <a:r>
              <a:rPr lang="pt-BR" sz="2800" b="1" kern="1200" dirty="0">
                <a:solidFill>
                  <a:srgbClr val="000000"/>
                </a:solidFill>
                <a:latin typeface="Courier New" panose="02070309020205020404" pitchFamily="49" charset="0"/>
              </a:rPr>
              <a:t>ELEMENT_N</a:t>
            </a:r>
            <a:endParaRPr lang="en-US" sz="2800" dirty="0">
              <a:solidFill>
                <a:srgbClr val="2D3B45"/>
              </a:solidFill>
              <a:latin typeface="Lato Extended"/>
            </a:endParaRPr>
          </a:p>
          <a:p>
            <a:endParaRPr lang="en-US" sz="2800" dirty="0">
              <a:solidFill>
                <a:srgbClr val="2D3B45"/>
              </a:solidFill>
              <a:latin typeface="Lato Extended"/>
            </a:endParaRPr>
          </a:p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Q: How many CUDA threads will be created as the result of the following kernel call?</a:t>
            </a:r>
          </a:p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A: </a:t>
            </a:r>
            <a:r>
              <a:rPr lang="pt-BR" sz="2800" b="1" kern="1200" dirty="0">
                <a:solidFill>
                  <a:srgbClr val="000000"/>
                </a:solidFill>
                <a:latin typeface="Courier New" panose="02070309020205020404" pitchFamily="49" charset="0"/>
              </a:rPr>
              <a:t>VECTOR_N * ELEMENT_N</a:t>
            </a:r>
            <a:endParaRPr lang="en-US" sz="2800" dirty="0">
              <a:solidFill>
                <a:srgbClr val="2D3B45"/>
              </a:solidFill>
              <a:latin typeface="Lato Extende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3581400" cy="457200"/>
          </a:xfrm>
        </p:spPr>
        <p:txBody>
          <a:bodyPr/>
          <a:lstStyle/>
          <a:p>
            <a:r>
              <a:rPr lang="en-US" altLang="en-US" dirty="0"/>
              <a:t>© Volodymyr Kindratenko, 2023 ECE408/CS483, University of Illinois, Urbana-Champaign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4F14A-776F-4C20-B8BD-2B075B72A30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49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762000"/>
          </a:xfrm>
        </p:spPr>
        <p:txBody>
          <a:bodyPr/>
          <a:lstStyle/>
          <a:p>
            <a:r>
              <a:rPr lang="en-US" dirty="0"/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10566400" cy="5029200"/>
          </a:xfrm>
        </p:spPr>
        <p:txBody>
          <a:bodyPr/>
          <a:lstStyle/>
          <a:p>
            <a:r>
              <a:rPr lang="en-US" sz="2800" b="0" i="0" dirty="0">
                <a:solidFill>
                  <a:srgbClr val="2D3B45"/>
                </a:solidFill>
                <a:effectLst/>
                <a:latin typeface="Lato Extended"/>
              </a:rPr>
              <a:t>Q: For a vector addition, assume that the vector length is 16000, each thread calculates 8 output elements, and the thread block size is 256 threads. The programmer configures the kernel launch to have a minimal number of thread blocks to cover all output elements. How many </a:t>
            </a:r>
            <a:r>
              <a:rPr lang="en-US" sz="2800" b="1" i="0" dirty="0">
                <a:solidFill>
                  <a:srgbClr val="2D3B45"/>
                </a:solidFill>
                <a:effectLst/>
                <a:latin typeface="Lato Extended"/>
              </a:rPr>
              <a:t>threads</a:t>
            </a:r>
            <a:r>
              <a:rPr lang="en-US" sz="2800" b="0" i="0" dirty="0">
                <a:solidFill>
                  <a:srgbClr val="2D3B45"/>
                </a:solidFill>
                <a:effectLst/>
                <a:latin typeface="Lato Extended"/>
              </a:rPr>
              <a:t> will be in the </a:t>
            </a:r>
            <a:r>
              <a:rPr lang="en-US" sz="2800" b="1" i="0" dirty="0">
                <a:solidFill>
                  <a:srgbClr val="2D3B45"/>
                </a:solidFill>
                <a:effectLst/>
                <a:latin typeface="Lato Extended"/>
              </a:rPr>
              <a:t>grid</a:t>
            </a:r>
            <a:r>
              <a:rPr lang="en-US" sz="2800" b="0" i="0" dirty="0">
                <a:solidFill>
                  <a:srgbClr val="2D3B45"/>
                </a:solidFill>
                <a:effectLst/>
                <a:latin typeface="Lato Extended"/>
              </a:rPr>
              <a:t>?</a:t>
            </a:r>
          </a:p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A: </a:t>
            </a:r>
          </a:p>
          <a:p>
            <a:pPr lvl="1"/>
            <a:r>
              <a:rPr lang="en-US" sz="2400" dirty="0">
                <a:solidFill>
                  <a:srgbClr val="2D3B45"/>
                </a:solidFill>
                <a:latin typeface="Lato Extended"/>
              </a:rPr>
              <a:t>How many threads do we need? 16000/8 = 2000</a:t>
            </a:r>
          </a:p>
          <a:p>
            <a:pPr lvl="1"/>
            <a:r>
              <a:rPr lang="en-US" sz="2400" dirty="0">
                <a:solidFill>
                  <a:srgbClr val="2D3B45"/>
                </a:solidFill>
                <a:latin typeface="Lato Extended"/>
              </a:rPr>
              <a:t>How many blocks of threads do we need to run 2000 threads? ceil(2000/256) = 8</a:t>
            </a:r>
          </a:p>
          <a:p>
            <a:pPr lvl="1"/>
            <a:r>
              <a:rPr lang="en-US" sz="2400" dirty="0">
                <a:solidFill>
                  <a:srgbClr val="2D3B45"/>
                </a:solidFill>
                <a:latin typeface="Lato Extended"/>
              </a:rPr>
              <a:t>Thus, how many threads will be running? 8 * 256 = 2048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3581400" cy="457200"/>
          </a:xfrm>
        </p:spPr>
        <p:txBody>
          <a:bodyPr/>
          <a:lstStyle/>
          <a:p>
            <a:r>
              <a:rPr lang="en-US" altLang="en-US" dirty="0"/>
              <a:t>© Volodymyr Kindratenko, 2023 ECE408/CS483, University of Illinois, Urbana-Champaign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4F14A-776F-4C20-B8BD-2B075B72A30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16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566400" cy="762000"/>
          </a:xfrm>
        </p:spPr>
        <p:txBody>
          <a:bodyPr/>
          <a:lstStyle/>
          <a:p>
            <a:r>
              <a:rPr lang="en-US" dirty="0"/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10566400" cy="5029200"/>
          </a:xfrm>
        </p:spPr>
        <p:txBody>
          <a:bodyPr/>
          <a:lstStyle/>
          <a:p>
            <a:r>
              <a:rPr lang="en-US" sz="2800" b="0" i="0" dirty="0">
                <a:solidFill>
                  <a:srgbClr val="2D3B45"/>
                </a:solidFill>
                <a:effectLst/>
                <a:latin typeface="Lato Extended"/>
              </a:rPr>
              <a:t>Q</a:t>
            </a:r>
            <a:r>
              <a:rPr lang="en-US" sz="2800" dirty="0">
                <a:solidFill>
                  <a:srgbClr val="2D3B45"/>
                </a:solidFill>
                <a:latin typeface="Lato Extended"/>
              </a:rPr>
              <a:t>: A CUDA kernel is launched with 512 thread blocks each of which has 256 threads. If a variable is declared as a local variable in the kernel, how many versions of the variable will be created through the lifetime of the execution of the kernel?</a:t>
            </a:r>
            <a:endParaRPr lang="en-US" sz="2800" b="0" i="0" dirty="0">
              <a:solidFill>
                <a:srgbClr val="2D3B45"/>
              </a:solidFill>
              <a:effectLst/>
              <a:latin typeface="Lato Extended"/>
            </a:endParaRPr>
          </a:p>
          <a:p>
            <a:r>
              <a:rPr lang="en-US" sz="2800" dirty="0">
                <a:solidFill>
                  <a:srgbClr val="2D3B45"/>
                </a:solidFill>
                <a:latin typeface="Lato Extended"/>
              </a:rPr>
              <a:t>A: </a:t>
            </a:r>
          </a:p>
          <a:p>
            <a:pPr lvl="1"/>
            <a:r>
              <a:rPr lang="en-US" sz="2400" dirty="0">
                <a:solidFill>
                  <a:srgbClr val="2D3B45"/>
                </a:solidFill>
                <a:latin typeface="Lato Extended"/>
              </a:rPr>
              <a:t>How many threads will be created? 512 * 256 = 131072</a:t>
            </a:r>
          </a:p>
          <a:p>
            <a:pPr lvl="1"/>
            <a:r>
              <a:rPr lang="en-US" sz="2400" dirty="0">
                <a:solidFill>
                  <a:srgbClr val="2D3B45"/>
                </a:solidFill>
                <a:latin typeface="Lato Extended"/>
              </a:rPr>
              <a:t>So, there will be as many copies of the local variable, one in each thread.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9600" y="6248400"/>
            <a:ext cx="3581400" cy="457200"/>
          </a:xfrm>
        </p:spPr>
        <p:txBody>
          <a:bodyPr/>
          <a:lstStyle/>
          <a:p>
            <a:r>
              <a:rPr lang="en-US" altLang="en-US" dirty="0"/>
              <a:t>© Volodymyr Kindratenko, 2023 ECE408/CS483, University of Illinois, Urbana-Champaign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4F14A-776F-4C20-B8BD-2B075B72A30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22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283B75E463EA4F847C6ED8393200D6" ma:contentTypeVersion="0" ma:contentTypeDescription="Create a new document." ma:contentTypeScope="" ma:versionID="f0cb5aace1d1c693d80af9171748ab2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BD80C1-44A9-4F87-B54F-D358593A2F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EE511D-93F9-42B9-B462-49F3C6FDD9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67F948-A0D0-4B2B-A072-8F64516C98D5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18479</TotalTime>
  <Words>3501</Words>
  <Application>Microsoft Office PowerPoint</Application>
  <PresentationFormat>Widescreen</PresentationFormat>
  <Paragraphs>561</Paragraphs>
  <Slides>34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Narrow</vt:lpstr>
      <vt:lpstr>Courier New</vt:lpstr>
      <vt:lpstr>Lato Extended</vt:lpstr>
      <vt:lpstr>Palatino</vt:lpstr>
      <vt:lpstr>Times New Roman</vt:lpstr>
      <vt:lpstr>Default Design</vt:lpstr>
      <vt:lpstr>ECE408 /CS483/CSE408 Fall 2023 Applied Parallel Programming   Lecture 2:  Introduction to CUDA C and Data Parallel Programming</vt:lpstr>
      <vt:lpstr>Course Reminders</vt:lpstr>
      <vt:lpstr>Objective</vt:lpstr>
      <vt:lpstr>Thread as a basic unit of computing</vt:lpstr>
      <vt:lpstr>A Data Parallel Computation Example: Conversion of a color image to grey–scale image</vt:lpstr>
      <vt:lpstr>The pixels can be calculated independently of each other</vt:lpstr>
      <vt:lpstr>CUDA/OpenCL – Execution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Thread Blocks: Scalable Cooperation</vt:lpstr>
      <vt:lpstr>blockIdx and threadIdx</vt:lpstr>
      <vt:lpstr>Vector Addition – Conceptual View</vt:lpstr>
      <vt:lpstr>Vector Addition – Traditional C Code</vt:lpstr>
      <vt:lpstr>Heterogeneous Computing: vecAdd Host Code</vt:lpstr>
      <vt:lpstr>Partial Overview of CUDA Memories</vt:lpstr>
      <vt:lpstr>CUDA Device Memory Management API functions</vt:lpstr>
      <vt:lpstr>Host-Device Data Transfer API functions</vt:lpstr>
      <vt:lpstr>PowerPoint Presentation</vt:lpstr>
      <vt:lpstr>Example: Vector Addition Kernel</vt:lpstr>
      <vt:lpstr>Example: Vector Addition Kernel</vt:lpstr>
      <vt:lpstr>More on Kernel Launch</vt:lpstr>
      <vt:lpstr>Vector Addition Kernel</vt:lpstr>
      <vt:lpstr>Kernel execution in a nutshell</vt:lpstr>
      <vt:lpstr>More on CUDA Function Declarations</vt:lpstr>
      <vt:lpstr>Compiling A CUDA Program</vt:lpstr>
      <vt:lpstr>Any More Questions? Read Chapter 2</vt:lpstr>
      <vt:lpstr>Problem Solving</vt:lpstr>
      <vt:lpstr>Problem Solving</vt:lpstr>
      <vt:lpstr>Problem Solving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Hwu</dc:creator>
  <cp:lastModifiedBy>Kindratenko, Volodymyr</cp:lastModifiedBy>
  <cp:revision>203</cp:revision>
  <cp:lastPrinted>2020-01-21T09:27:43Z</cp:lastPrinted>
  <dcterms:created xsi:type="dcterms:W3CDTF">1601-01-01T00:00:00Z</dcterms:created>
  <dcterms:modified xsi:type="dcterms:W3CDTF">2023-08-24T18:47:32Z</dcterms:modified>
</cp:coreProperties>
</file>